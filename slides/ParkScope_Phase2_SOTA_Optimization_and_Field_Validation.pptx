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4"/>
  </p:sldMasterIdLst>
  <p:notesMasterIdLst>
    <p:notesMasterId r:id="rId11"/>
  </p:notesMasterIdLst>
  <p:handoutMasterIdLst>
    <p:handoutMasterId r:id="rId12"/>
  </p:handoutMasterIdLst>
  <p:sldIdLst>
    <p:sldId id="278" r:id="rId5"/>
    <p:sldId id="282" r:id="rId6"/>
    <p:sldId id="284" r:id="rId7"/>
    <p:sldId id="290" r:id="rId8"/>
    <p:sldId id="292" r:id="rId9"/>
    <p:sldId id="27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>
          <p15:clr>
            <a:srgbClr val="F26B43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34" autoAdjust="0"/>
    <p:restoredTop sz="95388" autoAdjust="0"/>
  </p:normalViewPr>
  <p:slideViewPr>
    <p:cSldViewPr snapToGrid="0">
      <p:cViewPr varScale="1">
        <p:scale>
          <a:sx n="81" d="100"/>
          <a:sy n="81" d="100"/>
        </p:scale>
        <p:origin x="691" y="72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-432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1F5B60E-FDAD-4D7E-B66D-0EB0D446C3F4}" type="doc">
      <dgm:prSet loTypeId="urn:microsoft.com/office/officeart/2005/8/layout/hProcess9" loCatId="process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3918A7BF-4C04-48F6-891D-AE6E9301EB57}">
      <dgm:prSet phldrT="[טקסט]"/>
      <dgm:spPr/>
      <dgm:t>
        <a:bodyPr/>
        <a:lstStyle/>
        <a:p>
          <a:pPr>
            <a:buNone/>
          </a:pPr>
          <a:r>
            <a:rPr lang="en-US" dirty="0"/>
            <a:t>Vehicle Detection (YOLOv8)</a:t>
          </a:r>
        </a:p>
      </dgm:t>
    </dgm:pt>
    <dgm:pt modelId="{8344D7C4-7CB0-4A1B-9BE6-DA5B75379039}" type="parTrans" cxnId="{FB4A75DC-CD00-4C80-B867-D7E861DFB2B3}">
      <dgm:prSet/>
      <dgm:spPr/>
      <dgm:t>
        <a:bodyPr/>
        <a:lstStyle/>
        <a:p>
          <a:endParaRPr lang="en-US"/>
        </a:p>
      </dgm:t>
    </dgm:pt>
    <dgm:pt modelId="{4946B3D8-D919-466B-B288-A0115B5B8159}" type="sibTrans" cxnId="{FB4A75DC-CD00-4C80-B867-D7E861DFB2B3}">
      <dgm:prSet/>
      <dgm:spPr/>
      <dgm:t>
        <a:bodyPr/>
        <a:lstStyle/>
        <a:p>
          <a:endParaRPr lang="en-US"/>
        </a:p>
      </dgm:t>
    </dgm:pt>
    <dgm:pt modelId="{1EED7854-B199-445B-AD39-DC31B2352FDC}">
      <dgm:prSet phldrT="[טקסט]"/>
      <dgm:spPr/>
      <dgm:t>
        <a:bodyPr/>
        <a:lstStyle/>
        <a:p>
          <a:pPr>
            <a:buNone/>
          </a:pPr>
          <a:r>
            <a:rPr lang="en-US" dirty="0"/>
            <a:t>Synthetic Data Generation</a:t>
          </a:r>
        </a:p>
      </dgm:t>
    </dgm:pt>
    <dgm:pt modelId="{14B6CF85-9C47-462B-9CBF-14064A375A5F}" type="parTrans" cxnId="{8D8DAA3C-8971-49C1-8AD3-3BA470BB2F37}">
      <dgm:prSet/>
      <dgm:spPr/>
      <dgm:t>
        <a:bodyPr/>
        <a:lstStyle/>
        <a:p>
          <a:endParaRPr lang="en-US"/>
        </a:p>
      </dgm:t>
    </dgm:pt>
    <dgm:pt modelId="{0CD9141A-7C17-40C2-B361-5B5B2F515721}" type="sibTrans" cxnId="{8D8DAA3C-8971-49C1-8AD3-3BA470BB2F37}">
      <dgm:prSet/>
      <dgm:spPr/>
      <dgm:t>
        <a:bodyPr/>
        <a:lstStyle/>
        <a:p>
          <a:endParaRPr lang="en-US"/>
        </a:p>
      </dgm:t>
    </dgm:pt>
    <dgm:pt modelId="{0C486A1D-2D1D-4D28-8253-DC1ED7AA63A5}">
      <dgm:prSet/>
      <dgm:spPr/>
      <dgm:t>
        <a:bodyPr/>
        <a:lstStyle/>
        <a:p>
          <a:pPr>
            <a:buNone/>
          </a:pPr>
          <a:r>
            <a:rPr lang="en-US" dirty="0"/>
            <a:t>Automated Labeling</a:t>
          </a:r>
        </a:p>
      </dgm:t>
    </dgm:pt>
    <dgm:pt modelId="{4C87DC20-7880-4847-A7F3-22777561FA3F}" type="parTrans" cxnId="{3882D237-6CD0-4633-A2BE-739EB5E7E70C}">
      <dgm:prSet/>
      <dgm:spPr/>
      <dgm:t>
        <a:bodyPr/>
        <a:lstStyle/>
        <a:p>
          <a:endParaRPr lang="en-US"/>
        </a:p>
      </dgm:t>
    </dgm:pt>
    <dgm:pt modelId="{1F10E7BD-21FC-4ED1-AB3B-107CAAB1543C}" type="sibTrans" cxnId="{3882D237-6CD0-4633-A2BE-739EB5E7E70C}">
      <dgm:prSet/>
      <dgm:spPr/>
      <dgm:t>
        <a:bodyPr/>
        <a:lstStyle/>
        <a:p>
          <a:endParaRPr lang="en-US"/>
        </a:p>
      </dgm:t>
    </dgm:pt>
    <dgm:pt modelId="{E8596251-80B6-43F5-8674-424B9C059D07}">
      <dgm:prSet/>
      <dgm:spPr/>
      <dgm:t>
        <a:bodyPr/>
        <a:lstStyle/>
        <a:p>
          <a:pPr>
            <a:buNone/>
          </a:pPr>
          <a:r>
            <a:rPr lang="en-US" dirty="0"/>
            <a:t>Model Fine-Tuning</a:t>
          </a:r>
          <a:r>
            <a:rPr lang="he-IL" dirty="0"/>
            <a:t> </a:t>
          </a:r>
          <a:r>
            <a:rPr lang="en-US" dirty="0"/>
            <a:t>(YOLO</a:t>
          </a:r>
          <a:r>
            <a:rPr lang="he-IL" dirty="0"/>
            <a:t>8</a:t>
          </a:r>
          <a:r>
            <a:rPr lang="en-US" dirty="0"/>
            <a:t>)</a:t>
          </a:r>
        </a:p>
      </dgm:t>
    </dgm:pt>
    <dgm:pt modelId="{44A506B1-34E3-448A-9CC7-62EB96C3A913}" type="parTrans" cxnId="{7CC3764C-0B18-4D34-A04A-52D7AD3DB579}">
      <dgm:prSet/>
      <dgm:spPr/>
      <dgm:t>
        <a:bodyPr/>
        <a:lstStyle/>
        <a:p>
          <a:endParaRPr lang="en-US"/>
        </a:p>
      </dgm:t>
    </dgm:pt>
    <dgm:pt modelId="{F1454713-BB06-4C65-999D-F0DB57BF19FE}" type="sibTrans" cxnId="{7CC3764C-0B18-4D34-A04A-52D7AD3DB579}">
      <dgm:prSet/>
      <dgm:spPr/>
      <dgm:t>
        <a:bodyPr/>
        <a:lstStyle/>
        <a:p>
          <a:endParaRPr lang="en-US"/>
        </a:p>
      </dgm:t>
    </dgm:pt>
    <dgm:pt modelId="{9D4FD7A9-68AE-44FE-99FD-71716A9FE8E7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US" dirty="0"/>
            <a:t>Real-Time Inference &amp; Counting</a:t>
          </a:r>
        </a:p>
      </dgm:t>
    </dgm:pt>
    <dgm:pt modelId="{DAD47881-704B-43EA-8836-80C4CA70F743}" type="parTrans" cxnId="{36DB1D8F-17B2-4333-BE04-9A4BF96A127E}">
      <dgm:prSet/>
      <dgm:spPr/>
      <dgm:t>
        <a:bodyPr/>
        <a:lstStyle/>
        <a:p>
          <a:endParaRPr lang="en-US"/>
        </a:p>
      </dgm:t>
    </dgm:pt>
    <dgm:pt modelId="{43F163E2-BFEA-4CD4-8623-695893557AC6}" type="sibTrans" cxnId="{36DB1D8F-17B2-4333-BE04-9A4BF96A127E}">
      <dgm:prSet/>
      <dgm:spPr/>
      <dgm:t>
        <a:bodyPr/>
        <a:lstStyle/>
        <a:p>
          <a:endParaRPr lang="en-US"/>
        </a:p>
      </dgm:t>
    </dgm:pt>
    <dgm:pt modelId="{F95396F3-56BA-430A-B956-F093A7B7F844}">
      <dgm:prSet phldrT="[טקסט]" custT="1"/>
      <dgm:spPr/>
      <dgm:t>
        <a:bodyPr/>
        <a:lstStyle/>
        <a:p>
          <a:pPr>
            <a:buNone/>
          </a:pPr>
          <a:r>
            <a:rPr lang="en-US" sz="1600" dirty="0"/>
            <a:t>Loading Images from KITTI</a:t>
          </a:r>
        </a:p>
      </dgm:t>
    </dgm:pt>
    <dgm:pt modelId="{10D3D46F-10B7-49C1-95F6-1181F13A32FB}" type="sibTrans" cxnId="{F73E4F8E-9369-41CB-B430-A453BC55E364}">
      <dgm:prSet/>
      <dgm:spPr/>
      <dgm:t>
        <a:bodyPr/>
        <a:lstStyle/>
        <a:p>
          <a:endParaRPr lang="en-US"/>
        </a:p>
      </dgm:t>
    </dgm:pt>
    <dgm:pt modelId="{124F2A9B-E164-4F90-82A9-516099C97734}" type="parTrans" cxnId="{F73E4F8E-9369-41CB-B430-A453BC55E364}">
      <dgm:prSet/>
      <dgm:spPr/>
      <dgm:t>
        <a:bodyPr/>
        <a:lstStyle/>
        <a:p>
          <a:endParaRPr lang="en-US"/>
        </a:p>
      </dgm:t>
    </dgm:pt>
    <dgm:pt modelId="{FE3DD89C-98B8-4B9F-8F45-5C89F9E22830}">
      <dgm:prSet/>
      <dgm:spPr/>
      <dgm:t>
        <a:bodyPr/>
        <a:lstStyle/>
        <a:p>
          <a:r>
            <a:rPr lang="en-US" dirty="0"/>
            <a:t>Deep Augmentation Layer</a:t>
          </a:r>
        </a:p>
      </dgm:t>
    </dgm:pt>
    <dgm:pt modelId="{8040F2FE-2167-4F74-B191-37470704FD69}" type="parTrans" cxnId="{F9D26357-6962-435C-A19F-EE8B67F3A97A}">
      <dgm:prSet/>
      <dgm:spPr/>
      <dgm:t>
        <a:bodyPr/>
        <a:lstStyle/>
        <a:p>
          <a:endParaRPr lang="en-US"/>
        </a:p>
      </dgm:t>
    </dgm:pt>
    <dgm:pt modelId="{E15935BC-2917-431C-B10B-52DF29EB2D87}" type="sibTrans" cxnId="{F9D26357-6962-435C-A19F-EE8B67F3A97A}">
      <dgm:prSet/>
      <dgm:spPr/>
      <dgm:t>
        <a:bodyPr/>
        <a:lstStyle/>
        <a:p>
          <a:endParaRPr lang="en-US"/>
        </a:p>
      </dgm:t>
    </dgm:pt>
    <dgm:pt modelId="{0D0088E5-CBAC-4B39-8321-33F213B3A609}" type="pres">
      <dgm:prSet presAssocID="{81F5B60E-FDAD-4D7E-B66D-0EB0D446C3F4}" presName="CompostProcess" presStyleCnt="0">
        <dgm:presLayoutVars>
          <dgm:dir/>
          <dgm:resizeHandles val="exact"/>
        </dgm:presLayoutVars>
      </dgm:prSet>
      <dgm:spPr/>
    </dgm:pt>
    <dgm:pt modelId="{B5E463FA-BB49-4457-851C-8764ACA102A0}" type="pres">
      <dgm:prSet presAssocID="{81F5B60E-FDAD-4D7E-B66D-0EB0D446C3F4}" presName="arrow" presStyleLbl="bgShp" presStyleIdx="0" presStyleCnt="1" custLinFactNeighborX="-9925" custLinFactNeighborY="12105"/>
      <dgm:spPr/>
    </dgm:pt>
    <dgm:pt modelId="{4823D2F5-981F-4AE9-BD20-455C57990B82}" type="pres">
      <dgm:prSet presAssocID="{81F5B60E-FDAD-4D7E-B66D-0EB0D446C3F4}" presName="linearProcess" presStyleCnt="0"/>
      <dgm:spPr/>
    </dgm:pt>
    <dgm:pt modelId="{2CDCE3FC-49E8-4E3D-8B06-4B78769A1E3D}" type="pres">
      <dgm:prSet presAssocID="{F95396F3-56BA-430A-B956-F093A7B7F844}" presName="textNode" presStyleLbl="node1" presStyleIdx="0" presStyleCnt="7">
        <dgm:presLayoutVars>
          <dgm:bulletEnabled val="1"/>
        </dgm:presLayoutVars>
      </dgm:prSet>
      <dgm:spPr/>
    </dgm:pt>
    <dgm:pt modelId="{DF30E3F2-9DFE-4FED-844C-8664CC952DFC}" type="pres">
      <dgm:prSet presAssocID="{10D3D46F-10B7-49C1-95F6-1181F13A32FB}" presName="sibTrans" presStyleCnt="0"/>
      <dgm:spPr/>
    </dgm:pt>
    <dgm:pt modelId="{A16CD04F-96F5-4F70-8D80-4C8DF559D750}" type="pres">
      <dgm:prSet presAssocID="{3918A7BF-4C04-48F6-891D-AE6E9301EB57}" presName="textNode" presStyleLbl="node1" presStyleIdx="1" presStyleCnt="7">
        <dgm:presLayoutVars>
          <dgm:bulletEnabled val="1"/>
        </dgm:presLayoutVars>
      </dgm:prSet>
      <dgm:spPr/>
    </dgm:pt>
    <dgm:pt modelId="{CE4B06E3-9D21-479A-A9AE-4B7014668F0D}" type="pres">
      <dgm:prSet presAssocID="{4946B3D8-D919-466B-B288-A0115B5B8159}" presName="sibTrans" presStyleCnt="0"/>
      <dgm:spPr/>
    </dgm:pt>
    <dgm:pt modelId="{6F42287F-4F43-448E-88F1-CBEDA0FE3D93}" type="pres">
      <dgm:prSet presAssocID="{1EED7854-B199-445B-AD39-DC31B2352FDC}" presName="textNode" presStyleLbl="node1" presStyleIdx="2" presStyleCnt="7">
        <dgm:presLayoutVars>
          <dgm:bulletEnabled val="1"/>
        </dgm:presLayoutVars>
      </dgm:prSet>
      <dgm:spPr/>
    </dgm:pt>
    <dgm:pt modelId="{789743A6-6186-4121-AE33-25DC74A3FE25}" type="pres">
      <dgm:prSet presAssocID="{0CD9141A-7C17-40C2-B361-5B5B2F515721}" presName="sibTrans" presStyleCnt="0"/>
      <dgm:spPr/>
    </dgm:pt>
    <dgm:pt modelId="{CC68193D-6F9C-4BEB-9F1C-8FECB78B9991}" type="pres">
      <dgm:prSet presAssocID="{0C486A1D-2D1D-4D28-8253-DC1ED7AA63A5}" presName="textNode" presStyleLbl="node1" presStyleIdx="3" presStyleCnt="7">
        <dgm:presLayoutVars>
          <dgm:bulletEnabled val="1"/>
        </dgm:presLayoutVars>
      </dgm:prSet>
      <dgm:spPr/>
    </dgm:pt>
    <dgm:pt modelId="{362EE8CA-D346-4FA1-B3A7-563C052A1FC1}" type="pres">
      <dgm:prSet presAssocID="{1F10E7BD-21FC-4ED1-AB3B-107CAAB1543C}" presName="sibTrans" presStyleCnt="0"/>
      <dgm:spPr/>
    </dgm:pt>
    <dgm:pt modelId="{659D8787-7728-4E84-9D01-C4C29E8854DD}" type="pres">
      <dgm:prSet presAssocID="{FE3DD89C-98B8-4B9F-8F45-5C89F9E22830}" presName="textNode" presStyleLbl="node1" presStyleIdx="4" presStyleCnt="7">
        <dgm:presLayoutVars>
          <dgm:bulletEnabled val="1"/>
        </dgm:presLayoutVars>
      </dgm:prSet>
      <dgm:spPr/>
    </dgm:pt>
    <dgm:pt modelId="{A1C2F1B0-D74A-474E-9C75-0C85D83EDF81}" type="pres">
      <dgm:prSet presAssocID="{E15935BC-2917-431C-B10B-52DF29EB2D87}" presName="sibTrans" presStyleCnt="0"/>
      <dgm:spPr/>
    </dgm:pt>
    <dgm:pt modelId="{D13E555C-F611-41E2-8361-CBF53B514F1F}" type="pres">
      <dgm:prSet presAssocID="{E8596251-80B6-43F5-8674-424B9C059D07}" presName="textNode" presStyleLbl="node1" presStyleIdx="5" presStyleCnt="7">
        <dgm:presLayoutVars>
          <dgm:bulletEnabled val="1"/>
        </dgm:presLayoutVars>
      </dgm:prSet>
      <dgm:spPr/>
    </dgm:pt>
    <dgm:pt modelId="{EE19C4F6-0C70-4CBD-A3A3-498900D7425F}" type="pres">
      <dgm:prSet presAssocID="{F1454713-BB06-4C65-999D-F0DB57BF19FE}" presName="sibTrans" presStyleCnt="0"/>
      <dgm:spPr/>
    </dgm:pt>
    <dgm:pt modelId="{CD69C7B6-FD69-4B4C-8206-6312698CFC07}" type="pres">
      <dgm:prSet presAssocID="{9D4FD7A9-68AE-44FE-99FD-71716A9FE8E7}" presName="textNode" presStyleLbl="node1" presStyleIdx="6" presStyleCnt="7">
        <dgm:presLayoutVars>
          <dgm:bulletEnabled val="1"/>
        </dgm:presLayoutVars>
      </dgm:prSet>
      <dgm:spPr/>
    </dgm:pt>
  </dgm:ptLst>
  <dgm:cxnLst>
    <dgm:cxn modelId="{6A2E4713-FA20-403C-B016-965C30F480F2}" type="presOf" srcId="{FE3DD89C-98B8-4B9F-8F45-5C89F9E22830}" destId="{659D8787-7728-4E84-9D01-C4C29E8854DD}" srcOrd="0" destOrd="0" presId="urn:microsoft.com/office/officeart/2005/8/layout/hProcess9"/>
    <dgm:cxn modelId="{D1ECAC33-6D1C-4BB9-958F-ADAC5A8988C8}" type="presOf" srcId="{E8596251-80B6-43F5-8674-424B9C059D07}" destId="{D13E555C-F611-41E2-8361-CBF53B514F1F}" srcOrd="0" destOrd="0" presId="urn:microsoft.com/office/officeart/2005/8/layout/hProcess9"/>
    <dgm:cxn modelId="{3882D237-6CD0-4633-A2BE-739EB5E7E70C}" srcId="{81F5B60E-FDAD-4D7E-B66D-0EB0D446C3F4}" destId="{0C486A1D-2D1D-4D28-8253-DC1ED7AA63A5}" srcOrd="3" destOrd="0" parTransId="{4C87DC20-7880-4847-A7F3-22777561FA3F}" sibTransId="{1F10E7BD-21FC-4ED1-AB3B-107CAAB1543C}"/>
    <dgm:cxn modelId="{8D8DAA3C-8971-49C1-8AD3-3BA470BB2F37}" srcId="{81F5B60E-FDAD-4D7E-B66D-0EB0D446C3F4}" destId="{1EED7854-B199-445B-AD39-DC31B2352FDC}" srcOrd="2" destOrd="0" parTransId="{14B6CF85-9C47-462B-9CBF-14064A375A5F}" sibTransId="{0CD9141A-7C17-40C2-B361-5B5B2F515721}"/>
    <dgm:cxn modelId="{7CC3764C-0B18-4D34-A04A-52D7AD3DB579}" srcId="{81F5B60E-FDAD-4D7E-B66D-0EB0D446C3F4}" destId="{E8596251-80B6-43F5-8674-424B9C059D07}" srcOrd="5" destOrd="0" parTransId="{44A506B1-34E3-448A-9CC7-62EB96C3A913}" sibTransId="{F1454713-BB06-4C65-999D-F0DB57BF19FE}"/>
    <dgm:cxn modelId="{3C0F324D-642E-47A2-B3B4-DB8DF662AAEB}" type="presOf" srcId="{3918A7BF-4C04-48F6-891D-AE6E9301EB57}" destId="{A16CD04F-96F5-4F70-8D80-4C8DF559D750}" srcOrd="0" destOrd="0" presId="urn:microsoft.com/office/officeart/2005/8/layout/hProcess9"/>
    <dgm:cxn modelId="{B3B90472-0E24-4BA7-B823-CABBAA53EDC5}" type="presOf" srcId="{0C486A1D-2D1D-4D28-8253-DC1ED7AA63A5}" destId="{CC68193D-6F9C-4BEB-9F1C-8FECB78B9991}" srcOrd="0" destOrd="0" presId="urn:microsoft.com/office/officeart/2005/8/layout/hProcess9"/>
    <dgm:cxn modelId="{F9D26357-6962-435C-A19F-EE8B67F3A97A}" srcId="{81F5B60E-FDAD-4D7E-B66D-0EB0D446C3F4}" destId="{FE3DD89C-98B8-4B9F-8F45-5C89F9E22830}" srcOrd="4" destOrd="0" parTransId="{8040F2FE-2167-4F74-B191-37470704FD69}" sibTransId="{E15935BC-2917-431C-B10B-52DF29EB2D87}"/>
    <dgm:cxn modelId="{F73E4F8E-9369-41CB-B430-A453BC55E364}" srcId="{81F5B60E-FDAD-4D7E-B66D-0EB0D446C3F4}" destId="{F95396F3-56BA-430A-B956-F093A7B7F844}" srcOrd="0" destOrd="0" parTransId="{124F2A9B-E164-4F90-82A9-516099C97734}" sibTransId="{10D3D46F-10B7-49C1-95F6-1181F13A32FB}"/>
    <dgm:cxn modelId="{36DB1D8F-17B2-4333-BE04-9A4BF96A127E}" srcId="{81F5B60E-FDAD-4D7E-B66D-0EB0D446C3F4}" destId="{9D4FD7A9-68AE-44FE-99FD-71716A9FE8E7}" srcOrd="6" destOrd="0" parTransId="{DAD47881-704B-43EA-8836-80C4CA70F743}" sibTransId="{43F163E2-BFEA-4CD4-8623-695893557AC6}"/>
    <dgm:cxn modelId="{F1B87B9D-0C4B-492D-8403-0D4D307E9B48}" type="presOf" srcId="{81F5B60E-FDAD-4D7E-B66D-0EB0D446C3F4}" destId="{0D0088E5-CBAC-4B39-8321-33F213B3A609}" srcOrd="0" destOrd="0" presId="urn:microsoft.com/office/officeart/2005/8/layout/hProcess9"/>
    <dgm:cxn modelId="{C83711A3-489A-4345-89ED-A314CBCAECDD}" type="presOf" srcId="{F95396F3-56BA-430A-B956-F093A7B7F844}" destId="{2CDCE3FC-49E8-4E3D-8B06-4B78769A1E3D}" srcOrd="0" destOrd="0" presId="urn:microsoft.com/office/officeart/2005/8/layout/hProcess9"/>
    <dgm:cxn modelId="{956E65CC-EEE0-4C91-99C3-5E043256F5BC}" type="presOf" srcId="{1EED7854-B199-445B-AD39-DC31B2352FDC}" destId="{6F42287F-4F43-448E-88F1-CBEDA0FE3D93}" srcOrd="0" destOrd="0" presId="urn:microsoft.com/office/officeart/2005/8/layout/hProcess9"/>
    <dgm:cxn modelId="{FB4A75DC-CD00-4C80-B867-D7E861DFB2B3}" srcId="{81F5B60E-FDAD-4D7E-B66D-0EB0D446C3F4}" destId="{3918A7BF-4C04-48F6-891D-AE6E9301EB57}" srcOrd="1" destOrd="0" parTransId="{8344D7C4-7CB0-4A1B-9BE6-DA5B75379039}" sibTransId="{4946B3D8-D919-466B-B288-A0115B5B8159}"/>
    <dgm:cxn modelId="{5A6A57DC-3831-49D7-A5F7-9C59EB488564}" type="presOf" srcId="{9D4FD7A9-68AE-44FE-99FD-71716A9FE8E7}" destId="{CD69C7B6-FD69-4B4C-8206-6312698CFC07}" srcOrd="0" destOrd="0" presId="urn:microsoft.com/office/officeart/2005/8/layout/hProcess9"/>
    <dgm:cxn modelId="{3EBBE9F4-D4E4-449F-8F09-9CBCEADC4D5E}" type="presParOf" srcId="{0D0088E5-CBAC-4B39-8321-33F213B3A609}" destId="{B5E463FA-BB49-4457-851C-8764ACA102A0}" srcOrd="0" destOrd="0" presId="urn:microsoft.com/office/officeart/2005/8/layout/hProcess9"/>
    <dgm:cxn modelId="{8CFAC500-2D99-4326-BC6A-C61B20DC555A}" type="presParOf" srcId="{0D0088E5-CBAC-4B39-8321-33F213B3A609}" destId="{4823D2F5-981F-4AE9-BD20-455C57990B82}" srcOrd="1" destOrd="0" presId="urn:microsoft.com/office/officeart/2005/8/layout/hProcess9"/>
    <dgm:cxn modelId="{06D11F06-8515-4A64-A243-AAEF042C7F99}" type="presParOf" srcId="{4823D2F5-981F-4AE9-BD20-455C57990B82}" destId="{2CDCE3FC-49E8-4E3D-8B06-4B78769A1E3D}" srcOrd="0" destOrd="0" presId="urn:microsoft.com/office/officeart/2005/8/layout/hProcess9"/>
    <dgm:cxn modelId="{2D6454EF-B2AC-4262-88D9-10F962DADA4A}" type="presParOf" srcId="{4823D2F5-981F-4AE9-BD20-455C57990B82}" destId="{DF30E3F2-9DFE-4FED-844C-8664CC952DFC}" srcOrd="1" destOrd="0" presId="urn:microsoft.com/office/officeart/2005/8/layout/hProcess9"/>
    <dgm:cxn modelId="{FE6D7E2E-60E4-400A-BDD2-995569ECD6BE}" type="presParOf" srcId="{4823D2F5-981F-4AE9-BD20-455C57990B82}" destId="{A16CD04F-96F5-4F70-8D80-4C8DF559D750}" srcOrd="2" destOrd="0" presId="urn:microsoft.com/office/officeart/2005/8/layout/hProcess9"/>
    <dgm:cxn modelId="{5CA99CCA-7D2F-4A77-A301-726A7CCC0B69}" type="presParOf" srcId="{4823D2F5-981F-4AE9-BD20-455C57990B82}" destId="{CE4B06E3-9D21-479A-A9AE-4B7014668F0D}" srcOrd="3" destOrd="0" presId="urn:microsoft.com/office/officeart/2005/8/layout/hProcess9"/>
    <dgm:cxn modelId="{2BBB32C4-E462-4400-BEC8-65E4BE8A30E6}" type="presParOf" srcId="{4823D2F5-981F-4AE9-BD20-455C57990B82}" destId="{6F42287F-4F43-448E-88F1-CBEDA0FE3D93}" srcOrd="4" destOrd="0" presId="urn:microsoft.com/office/officeart/2005/8/layout/hProcess9"/>
    <dgm:cxn modelId="{0F6E8E35-0B7D-41FB-BB1C-76932BE120B7}" type="presParOf" srcId="{4823D2F5-981F-4AE9-BD20-455C57990B82}" destId="{789743A6-6186-4121-AE33-25DC74A3FE25}" srcOrd="5" destOrd="0" presId="urn:microsoft.com/office/officeart/2005/8/layout/hProcess9"/>
    <dgm:cxn modelId="{8F167A95-A40C-4E95-922E-98757FA5660B}" type="presParOf" srcId="{4823D2F5-981F-4AE9-BD20-455C57990B82}" destId="{CC68193D-6F9C-4BEB-9F1C-8FECB78B9991}" srcOrd="6" destOrd="0" presId="urn:microsoft.com/office/officeart/2005/8/layout/hProcess9"/>
    <dgm:cxn modelId="{3D5F1E14-B9C2-4F17-BE9C-19B6BCC43152}" type="presParOf" srcId="{4823D2F5-981F-4AE9-BD20-455C57990B82}" destId="{362EE8CA-D346-4FA1-B3A7-563C052A1FC1}" srcOrd="7" destOrd="0" presId="urn:microsoft.com/office/officeart/2005/8/layout/hProcess9"/>
    <dgm:cxn modelId="{A6BC89E1-863B-4B2E-88A8-5CBBF62B8299}" type="presParOf" srcId="{4823D2F5-981F-4AE9-BD20-455C57990B82}" destId="{659D8787-7728-4E84-9D01-C4C29E8854DD}" srcOrd="8" destOrd="0" presId="urn:microsoft.com/office/officeart/2005/8/layout/hProcess9"/>
    <dgm:cxn modelId="{7F4298E2-0A2A-4ADA-88C9-4D54EF908D13}" type="presParOf" srcId="{4823D2F5-981F-4AE9-BD20-455C57990B82}" destId="{A1C2F1B0-D74A-474E-9C75-0C85D83EDF81}" srcOrd="9" destOrd="0" presId="urn:microsoft.com/office/officeart/2005/8/layout/hProcess9"/>
    <dgm:cxn modelId="{D8D05BEE-E087-4DD4-8447-9BE2B8B8151F}" type="presParOf" srcId="{4823D2F5-981F-4AE9-BD20-455C57990B82}" destId="{D13E555C-F611-41E2-8361-CBF53B514F1F}" srcOrd="10" destOrd="0" presId="urn:microsoft.com/office/officeart/2005/8/layout/hProcess9"/>
    <dgm:cxn modelId="{2BB60757-4B6D-4E0C-AECA-F8B21E4821E8}" type="presParOf" srcId="{4823D2F5-981F-4AE9-BD20-455C57990B82}" destId="{EE19C4F6-0C70-4CBD-A3A3-498900D7425F}" srcOrd="11" destOrd="0" presId="urn:microsoft.com/office/officeart/2005/8/layout/hProcess9"/>
    <dgm:cxn modelId="{E525953B-2286-4F85-9165-5DD88FBDB5C1}" type="presParOf" srcId="{4823D2F5-981F-4AE9-BD20-455C57990B82}" destId="{CD69C7B6-FD69-4B4C-8206-6312698CFC07}" srcOrd="12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3A0F107-F476-4A5F-91D0-443558D38E82}" type="doc">
      <dgm:prSet loTypeId="urn:microsoft.com/office/officeart/2005/8/layout/hList9" loCatId="list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F9F5B61F-5BAE-4BB4-9B5F-0474123C8F96}">
      <dgm:prSet phldrT="[טקסט]" phldr="0"/>
      <dgm:spPr/>
      <dgm:t>
        <a:bodyPr/>
        <a:lstStyle/>
        <a:p>
          <a:r>
            <a:rPr lang="en-US" dirty="0"/>
            <a:t>Work well</a:t>
          </a:r>
          <a:br>
            <a:rPr lang="en-US" dirty="0"/>
          </a:br>
          <a:r>
            <a:rPr lang="en-US" dirty="0">
              <a:solidFill>
                <a:srgbClr val="00B050"/>
              </a:solidFill>
            </a:rPr>
            <a:t>✔</a:t>
          </a:r>
        </a:p>
      </dgm:t>
    </dgm:pt>
    <dgm:pt modelId="{9B302E50-E801-485F-A260-457D5C6070E3}" type="parTrans" cxnId="{003FCD6A-FD8B-4552-8E47-7E87ED6958AC}">
      <dgm:prSet/>
      <dgm:spPr/>
      <dgm:t>
        <a:bodyPr/>
        <a:lstStyle/>
        <a:p>
          <a:endParaRPr lang="en-US"/>
        </a:p>
      </dgm:t>
    </dgm:pt>
    <dgm:pt modelId="{9384F731-97A7-49C7-8313-0DBA4F16218A}" type="sibTrans" cxnId="{003FCD6A-FD8B-4552-8E47-7E87ED6958AC}">
      <dgm:prSet/>
      <dgm:spPr/>
      <dgm:t>
        <a:bodyPr/>
        <a:lstStyle/>
        <a:p>
          <a:endParaRPr lang="en-US"/>
        </a:p>
      </dgm:t>
    </dgm:pt>
    <dgm:pt modelId="{44911326-AD72-43EE-AA72-348501F866DF}">
      <dgm:prSet phldrT="[טקסט]" phldr="0" custT="1"/>
      <dgm:spPr/>
      <dgm:t>
        <a:bodyPr/>
        <a:lstStyle/>
        <a:p>
          <a:r>
            <a:rPr lang="en-US" sz="1600" dirty="0"/>
            <a:t>Not  working well</a:t>
          </a:r>
          <a:endParaRPr lang="he-IL" sz="1600" dirty="0"/>
        </a:p>
        <a:p>
          <a:r>
            <a:rPr lang="en-US" sz="1300" dirty="0"/>
            <a:t>❌</a:t>
          </a:r>
        </a:p>
      </dgm:t>
    </dgm:pt>
    <dgm:pt modelId="{C5972730-798F-443E-94C5-6BCC8D802296}" type="parTrans" cxnId="{5131908C-A90F-4B68-9F6E-A05AB6B213F8}">
      <dgm:prSet/>
      <dgm:spPr/>
      <dgm:t>
        <a:bodyPr/>
        <a:lstStyle/>
        <a:p>
          <a:endParaRPr lang="en-US"/>
        </a:p>
      </dgm:t>
    </dgm:pt>
    <dgm:pt modelId="{F3C3F53E-6AD1-4BE7-AA7F-291048BD7B5C}" type="sibTrans" cxnId="{5131908C-A90F-4B68-9F6E-A05AB6B213F8}">
      <dgm:prSet/>
      <dgm:spPr/>
      <dgm:t>
        <a:bodyPr/>
        <a:lstStyle/>
        <a:p>
          <a:endParaRPr lang="en-US"/>
        </a:p>
      </dgm:t>
    </dgm:pt>
    <dgm:pt modelId="{1D295B30-0ABC-4274-BAFF-6F4053F7A1B7}">
      <dgm:prSet/>
      <dgm:spPr/>
      <dgm:t>
        <a:bodyPr/>
        <a:lstStyle/>
        <a:p>
          <a:pPr>
            <a:buFont typeface="Wingdings" panose="05000000000000000000" pitchFamily="2" charset="2"/>
            <a:buChar char="§"/>
          </a:pPr>
          <a:r>
            <a:rPr lang="en-US" b="1" dirty="0">
              <a:latin typeface="Arial" panose="020B0604020202020204" pitchFamily="34" charset="0"/>
              <a:cs typeface="Arial" panose="020B0604020202020204" pitchFamily="34" charset="0"/>
            </a:rPr>
            <a:t>The model learns to "see" a parking spot as an object, instead of just measuring gaps between cars.</a:t>
          </a:r>
        </a:p>
      </dgm:t>
    </dgm:pt>
    <dgm:pt modelId="{2E234AE5-2FC2-4AF5-861F-BCFCCE74D57D}" type="parTrans" cxnId="{AB9DD8D5-DB2A-43ED-975C-E36C35F940D6}">
      <dgm:prSet/>
      <dgm:spPr/>
      <dgm:t>
        <a:bodyPr/>
        <a:lstStyle/>
        <a:p>
          <a:endParaRPr lang="en-US"/>
        </a:p>
      </dgm:t>
    </dgm:pt>
    <dgm:pt modelId="{DEDFC2A5-F0BC-4217-A182-50DAE81F9E0C}" type="sibTrans" cxnId="{AB9DD8D5-DB2A-43ED-975C-E36C35F940D6}">
      <dgm:prSet/>
      <dgm:spPr/>
      <dgm:t>
        <a:bodyPr/>
        <a:lstStyle/>
        <a:p>
          <a:endParaRPr lang="en-US"/>
        </a:p>
      </dgm:t>
    </dgm:pt>
    <dgm:pt modelId="{98E64082-645F-423D-801C-7092E4079D61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200" b="1" dirty="0">
              <a:latin typeface="Arial" panose="020B0604020202020204" pitchFamily="34" charset="0"/>
              <a:cs typeface="Arial" panose="020B0604020202020204" pitchFamily="34" charset="0"/>
            </a:rPr>
            <a:t>Inpainting Artifact Overfitting</a:t>
          </a:r>
          <a:r>
            <a:rPr lang="he-IL" sz="12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200" b="1" dirty="0">
              <a:latin typeface="Arial" panose="020B0604020202020204" pitchFamily="34" charset="0"/>
              <a:cs typeface="Arial" panose="020B0604020202020204" pitchFamily="34" charset="0"/>
            </a:rPr>
            <a:t>Data Augmentation Layer</a:t>
          </a:r>
        </a:p>
      </dgm:t>
    </dgm:pt>
    <dgm:pt modelId="{130A33C3-FD69-473E-ACFA-DFAE2D92E015}" type="parTrans" cxnId="{4F09F637-8C3C-460D-BF3E-3F99CFA5BE58}">
      <dgm:prSet/>
      <dgm:spPr/>
      <dgm:t>
        <a:bodyPr/>
        <a:lstStyle/>
        <a:p>
          <a:endParaRPr lang="en-US"/>
        </a:p>
      </dgm:t>
    </dgm:pt>
    <dgm:pt modelId="{D1281607-8EA6-430E-8B11-B2B7329041A1}" type="sibTrans" cxnId="{4F09F637-8C3C-460D-BF3E-3F99CFA5BE58}">
      <dgm:prSet/>
      <dgm:spPr/>
      <dgm:t>
        <a:bodyPr/>
        <a:lstStyle/>
        <a:p>
          <a:endParaRPr lang="en-US"/>
        </a:p>
      </dgm:t>
    </dgm:pt>
    <dgm:pt modelId="{0CA25DB8-A946-4412-8C62-D36E782E17A7}">
      <dgm:prSet custT="1"/>
      <dgm:spPr/>
      <dgm:t>
        <a:bodyPr/>
        <a:lstStyle/>
        <a:p>
          <a:pPr>
            <a:buNone/>
          </a:pPr>
          <a:r>
            <a:rPr lang="en-US" sz="1100" b="1" dirty="0">
              <a:latin typeface="Arial" panose="020B0604020202020204" pitchFamily="34" charset="0"/>
              <a:cs typeface="Arial" panose="020B0604020202020204" pitchFamily="34" charset="0"/>
            </a:rPr>
            <a:t>Overcoming road differences by using HSV and Perspective augmentations to ensure the model works on any street.</a:t>
          </a:r>
        </a:p>
      </dgm:t>
    </dgm:pt>
    <dgm:pt modelId="{46B4DFBE-8671-487B-ABC2-633C74A80871}" type="parTrans" cxnId="{E7F1DEE5-7BF2-41F8-BAA5-E18C7076E4A5}">
      <dgm:prSet/>
      <dgm:spPr/>
      <dgm:t>
        <a:bodyPr/>
        <a:lstStyle/>
        <a:p>
          <a:endParaRPr lang="en-US"/>
        </a:p>
      </dgm:t>
    </dgm:pt>
    <dgm:pt modelId="{5BAAA6BB-453F-4436-B826-0692FB584F3D}" type="sibTrans" cxnId="{E7F1DEE5-7BF2-41F8-BAA5-E18C7076E4A5}">
      <dgm:prSet/>
      <dgm:spPr/>
      <dgm:t>
        <a:bodyPr/>
        <a:lstStyle/>
        <a:p>
          <a:endParaRPr lang="en-US"/>
        </a:p>
      </dgm:t>
    </dgm:pt>
    <dgm:pt modelId="{B0CE765E-13D1-4001-B55F-F5E28849D0A3}">
      <dgm:prSet custT="1"/>
      <dgm:spPr/>
      <dgm:t>
        <a:bodyPr/>
        <a:lstStyle/>
        <a:p>
          <a:r>
            <a:rPr lang="en-US" sz="1200" b="1" dirty="0">
              <a:latin typeface="Arial" panose="020B0604020202020204" pitchFamily="34" charset="0"/>
              <a:cs typeface="Arial" panose="020B0604020202020204" pitchFamily="34" charset="0"/>
            </a:rPr>
            <a:t>Ultra-Fast: Runs at ~3.2ms</a:t>
          </a:r>
          <a:r>
            <a:rPr lang="he-IL" sz="1200" b="1" dirty="0">
              <a:latin typeface="Arial" panose="020B0604020202020204" pitchFamily="34" charset="0"/>
              <a:cs typeface="Arial" panose="020B0604020202020204" pitchFamily="34" charset="0"/>
            </a:rPr>
            <a:t>     </a:t>
          </a:r>
          <a:r>
            <a:rPr lang="en-US" sz="1200" b="1" dirty="0">
              <a:latin typeface="Arial" panose="020B0604020202020204" pitchFamily="34" charset="0"/>
              <a:cs typeface="Arial" panose="020B0604020202020204" pitchFamily="34" charset="0"/>
            </a:rPr>
            <a:t> (300+ FPS) on YOLO11N, making it perfect for real-time use on a driving vehicle.</a:t>
          </a:r>
        </a:p>
      </dgm:t>
    </dgm:pt>
    <dgm:pt modelId="{E0CC2E5A-5E96-4765-943C-E3A0170E026A}" type="parTrans" cxnId="{8699F2FA-1996-45E0-B0D9-0FB5CEC9AA63}">
      <dgm:prSet/>
      <dgm:spPr/>
      <dgm:t>
        <a:bodyPr/>
        <a:lstStyle/>
        <a:p>
          <a:endParaRPr lang="en-US"/>
        </a:p>
      </dgm:t>
    </dgm:pt>
    <dgm:pt modelId="{BF75B38D-C45F-4D37-8AC7-A30A222F2FAC}" type="sibTrans" cxnId="{8699F2FA-1996-45E0-B0D9-0FB5CEC9AA63}">
      <dgm:prSet/>
      <dgm:spPr/>
      <dgm:t>
        <a:bodyPr/>
        <a:lstStyle/>
        <a:p>
          <a:endParaRPr lang="en-US"/>
        </a:p>
      </dgm:t>
    </dgm:pt>
    <dgm:pt modelId="{6EE2335E-F5C3-4725-BC4C-E7C551C25432}" type="pres">
      <dgm:prSet presAssocID="{B3A0F107-F476-4A5F-91D0-443558D38E82}" presName="list" presStyleCnt="0">
        <dgm:presLayoutVars>
          <dgm:dir/>
          <dgm:animLvl val="lvl"/>
        </dgm:presLayoutVars>
      </dgm:prSet>
      <dgm:spPr/>
    </dgm:pt>
    <dgm:pt modelId="{BE204E38-C7A1-43E1-A010-F8D43710EE03}" type="pres">
      <dgm:prSet presAssocID="{F9F5B61F-5BAE-4BB4-9B5F-0474123C8F96}" presName="posSpace" presStyleCnt="0"/>
      <dgm:spPr/>
    </dgm:pt>
    <dgm:pt modelId="{507DA43D-5BF6-4945-B53B-94AA47289166}" type="pres">
      <dgm:prSet presAssocID="{F9F5B61F-5BAE-4BB4-9B5F-0474123C8F96}" presName="vertFlow" presStyleCnt="0"/>
      <dgm:spPr/>
    </dgm:pt>
    <dgm:pt modelId="{3E3E2036-5799-4B6E-9513-5248B900106D}" type="pres">
      <dgm:prSet presAssocID="{F9F5B61F-5BAE-4BB4-9B5F-0474123C8F96}" presName="topSpace" presStyleCnt="0"/>
      <dgm:spPr/>
    </dgm:pt>
    <dgm:pt modelId="{E81797C4-1EFD-486F-B3E2-84BE8FD453F2}" type="pres">
      <dgm:prSet presAssocID="{F9F5B61F-5BAE-4BB4-9B5F-0474123C8F96}" presName="firstComp" presStyleCnt="0"/>
      <dgm:spPr/>
    </dgm:pt>
    <dgm:pt modelId="{5B372276-27DE-4549-B1AD-96F7D8C90B59}" type="pres">
      <dgm:prSet presAssocID="{F9F5B61F-5BAE-4BB4-9B5F-0474123C8F96}" presName="firstChild" presStyleLbl="bgAccFollowNode1" presStyleIdx="0" presStyleCnt="4"/>
      <dgm:spPr/>
    </dgm:pt>
    <dgm:pt modelId="{8308F50E-41B8-4DE7-9C6C-6E8658F94481}" type="pres">
      <dgm:prSet presAssocID="{F9F5B61F-5BAE-4BB4-9B5F-0474123C8F96}" presName="firstChildTx" presStyleLbl="bgAccFollowNode1" presStyleIdx="0" presStyleCnt="4">
        <dgm:presLayoutVars>
          <dgm:bulletEnabled val="1"/>
        </dgm:presLayoutVars>
      </dgm:prSet>
      <dgm:spPr/>
    </dgm:pt>
    <dgm:pt modelId="{5EA5254C-9248-437D-8671-C2F8CCE51448}" type="pres">
      <dgm:prSet presAssocID="{B0CE765E-13D1-4001-B55F-F5E28849D0A3}" presName="comp" presStyleCnt="0"/>
      <dgm:spPr/>
    </dgm:pt>
    <dgm:pt modelId="{45D7A4FA-4220-4DF4-826E-F67FE2C3D661}" type="pres">
      <dgm:prSet presAssocID="{B0CE765E-13D1-4001-B55F-F5E28849D0A3}" presName="child" presStyleLbl="bgAccFollowNode1" presStyleIdx="1" presStyleCnt="4"/>
      <dgm:spPr/>
    </dgm:pt>
    <dgm:pt modelId="{2F7F4504-1C0B-43F7-A0E7-0DEE9BF32436}" type="pres">
      <dgm:prSet presAssocID="{B0CE765E-13D1-4001-B55F-F5E28849D0A3}" presName="childTx" presStyleLbl="bgAccFollowNode1" presStyleIdx="1" presStyleCnt="4">
        <dgm:presLayoutVars>
          <dgm:bulletEnabled val="1"/>
        </dgm:presLayoutVars>
      </dgm:prSet>
      <dgm:spPr/>
    </dgm:pt>
    <dgm:pt modelId="{A6DA7436-2F89-467F-9AEA-4ADFE80B78F1}" type="pres">
      <dgm:prSet presAssocID="{F9F5B61F-5BAE-4BB4-9B5F-0474123C8F96}" presName="negSpace" presStyleCnt="0"/>
      <dgm:spPr/>
    </dgm:pt>
    <dgm:pt modelId="{EA1809B8-F1A8-4AED-8DAC-95861707B5F8}" type="pres">
      <dgm:prSet presAssocID="{F9F5B61F-5BAE-4BB4-9B5F-0474123C8F96}" presName="circle" presStyleLbl="node1" presStyleIdx="0" presStyleCnt="2"/>
      <dgm:spPr/>
    </dgm:pt>
    <dgm:pt modelId="{CF9F7C37-E717-4418-86A7-108657FFDEE7}" type="pres">
      <dgm:prSet presAssocID="{9384F731-97A7-49C7-8313-0DBA4F16218A}" presName="transSpace" presStyleCnt="0"/>
      <dgm:spPr/>
    </dgm:pt>
    <dgm:pt modelId="{1E0568AF-DDC3-4EE4-AFAA-3984883A6A8E}" type="pres">
      <dgm:prSet presAssocID="{44911326-AD72-43EE-AA72-348501F866DF}" presName="posSpace" presStyleCnt="0"/>
      <dgm:spPr/>
    </dgm:pt>
    <dgm:pt modelId="{D2078E90-89A4-405C-9405-5B390D89A051}" type="pres">
      <dgm:prSet presAssocID="{44911326-AD72-43EE-AA72-348501F866DF}" presName="vertFlow" presStyleCnt="0"/>
      <dgm:spPr/>
    </dgm:pt>
    <dgm:pt modelId="{A3562B08-B746-4CC7-BF46-459942F7DF2C}" type="pres">
      <dgm:prSet presAssocID="{44911326-AD72-43EE-AA72-348501F866DF}" presName="topSpace" presStyleCnt="0"/>
      <dgm:spPr/>
    </dgm:pt>
    <dgm:pt modelId="{0B52B910-2BD0-4C16-987C-F621C71F1E46}" type="pres">
      <dgm:prSet presAssocID="{44911326-AD72-43EE-AA72-348501F866DF}" presName="firstComp" presStyleCnt="0"/>
      <dgm:spPr/>
    </dgm:pt>
    <dgm:pt modelId="{92B0CB54-723E-4022-AC50-C4EF1BEF9663}" type="pres">
      <dgm:prSet presAssocID="{44911326-AD72-43EE-AA72-348501F866DF}" presName="firstChild" presStyleLbl="bgAccFollowNode1" presStyleIdx="2" presStyleCnt="4"/>
      <dgm:spPr/>
    </dgm:pt>
    <dgm:pt modelId="{19D1F32E-458B-40D5-83FB-58EEAA03DA94}" type="pres">
      <dgm:prSet presAssocID="{44911326-AD72-43EE-AA72-348501F866DF}" presName="firstChildTx" presStyleLbl="bgAccFollowNode1" presStyleIdx="2" presStyleCnt="4">
        <dgm:presLayoutVars>
          <dgm:bulletEnabled val="1"/>
        </dgm:presLayoutVars>
      </dgm:prSet>
      <dgm:spPr/>
    </dgm:pt>
    <dgm:pt modelId="{E6FF7EC7-88BE-49E9-8AF0-429089285756}" type="pres">
      <dgm:prSet presAssocID="{0CA25DB8-A946-4412-8C62-D36E782E17A7}" presName="comp" presStyleCnt="0"/>
      <dgm:spPr/>
    </dgm:pt>
    <dgm:pt modelId="{8CC202A4-7202-4404-B9B5-843613174418}" type="pres">
      <dgm:prSet presAssocID="{0CA25DB8-A946-4412-8C62-D36E782E17A7}" presName="child" presStyleLbl="bgAccFollowNode1" presStyleIdx="3" presStyleCnt="4"/>
      <dgm:spPr/>
    </dgm:pt>
    <dgm:pt modelId="{F6B37A28-55EF-44BB-9A87-CF499325CE3E}" type="pres">
      <dgm:prSet presAssocID="{0CA25DB8-A946-4412-8C62-D36E782E17A7}" presName="childTx" presStyleLbl="bgAccFollowNode1" presStyleIdx="3" presStyleCnt="4">
        <dgm:presLayoutVars>
          <dgm:bulletEnabled val="1"/>
        </dgm:presLayoutVars>
      </dgm:prSet>
      <dgm:spPr/>
    </dgm:pt>
    <dgm:pt modelId="{24E7CF52-5D0B-4174-B4A7-C103588A4210}" type="pres">
      <dgm:prSet presAssocID="{44911326-AD72-43EE-AA72-348501F866DF}" presName="negSpace" presStyleCnt="0"/>
      <dgm:spPr/>
    </dgm:pt>
    <dgm:pt modelId="{3E6BA236-09F6-4AD8-ACBE-D3627D6E89EC}" type="pres">
      <dgm:prSet presAssocID="{44911326-AD72-43EE-AA72-348501F866DF}" presName="circle" presStyleLbl="node1" presStyleIdx="1" presStyleCnt="2"/>
      <dgm:spPr/>
    </dgm:pt>
  </dgm:ptLst>
  <dgm:cxnLst>
    <dgm:cxn modelId="{97F5AC05-0B0F-4EF8-871F-02358E6A72C3}" type="presOf" srcId="{1D295B30-0ABC-4274-BAFF-6F4053F7A1B7}" destId="{5B372276-27DE-4549-B1AD-96F7D8C90B59}" srcOrd="0" destOrd="0" presId="urn:microsoft.com/office/officeart/2005/8/layout/hList9"/>
    <dgm:cxn modelId="{4F09F637-8C3C-460D-BF3E-3F99CFA5BE58}" srcId="{44911326-AD72-43EE-AA72-348501F866DF}" destId="{98E64082-645F-423D-801C-7092E4079D61}" srcOrd="0" destOrd="0" parTransId="{130A33C3-FD69-473E-ACFA-DFAE2D92E015}" sibTransId="{D1281607-8EA6-430E-8B11-B2B7329041A1}"/>
    <dgm:cxn modelId="{93ADD43A-9C7B-4E0F-AD40-631724B31DB6}" type="presOf" srcId="{98E64082-645F-423D-801C-7092E4079D61}" destId="{92B0CB54-723E-4022-AC50-C4EF1BEF9663}" srcOrd="0" destOrd="0" presId="urn:microsoft.com/office/officeart/2005/8/layout/hList9"/>
    <dgm:cxn modelId="{B64E5B5E-96B6-457A-A321-ACC9B865CD31}" type="presOf" srcId="{0CA25DB8-A946-4412-8C62-D36E782E17A7}" destId="{8CC202A4-7202-4404-B9B5-843613174418}" srcOrd="0" destOrd="0" presId="urn:microsoft.com/office/officeart/2005/8/layout/hList9"/>
    <dgm:cxn modelId="{F0A2E762-99E5-4AB3-8190-409B5726DCF4}" type="presOf" srcId="{0CA25DB8-A946-4412-8C62-D36E782E17A7}" destId="{F6B37A28-55EF-44BB-9A87-CF499325CE3E}" srcOrd="1" destOrd="0" presId="urn:microsoft.com/office/officeart/2005/8/layout/hList9"/>
    <dgm:cxn modelId="{003FCD6A-FD8B-4552-8E47-7E87ED6958AC}" srcId="{B3A0F107-F476-4A5F-91D0-443558D38E82}" destId="{F9F5B61F-5BAE-4BB4-9B5F-0474123C8F96}" srcOrd="0" destOrd="0" parTransId="{9B302E50-E801-485F-A260-457D5C6070E3}" sibTransId="{9384F731-97A7-49C7-8313-0DBA4F16218A}"/>
    <dgm:cxn modelId="{F1492B78-00DB-4355-B5A4-5C73DF835E0E}" type="presOf" srcId="{B3A0F107-F476-4A5F-91D0-443558D38E82}" destId="{6EE2335E-F5C3-4725-BC4C-E7C551C25432}" srcOrd="0" destOrd="0" presId="urn:microsoft.com/office/officeart/2005/8/layout/hList9"/>
    <dgm:cxn modelId="{E8726478-9329-496B-AFA1-250A2A4AA65C}" type="presOf" srcId="{F9F5B61F-5BAE-4BB4-9B5F-0474123C8F96}" destId="{EA1809B8-F1A8-4AED-8DAC-95861707B5F8}" srcOrd="0" destOrd="0" presId="urn:microsoft.com/office/officeart/2005/8/layout/hList9"/>
    <dgm:cxn modelId="{5131908C-A90F-4B68-9F6E-A05AB6B213F8}" srcId="{B3A0F107-F476-4A5F-91D0-443558D38E82}" destId="{44911326-AD72-43EE-AA72-348501F866DF}" srcOrd="1" destOrd="0" parTransId="{C5972730-798F-443E-94C5-6BCC8D802296}" sibTransId="{F3C3F53E-6AD1-4BE7-AA7F-291048BD7B5C}"/>
    <dgm:cxn modelId="{F7E40291-852F-4127-834F-3F0FCC1F9C5C}" type="presOf" srcId="{44911326-AD72-43EE-AA72-348501F866DF}" destId="{3E6BA236-09F6-4AD8-ACBE-D3627D6E89EC}" srcOrd="0" destOrd="0" presId="urn:microsoft.com/office/officeart/2005/8/layout/hList9"/>
    <dgm:cxn modelId="{E2CC20A3-055C-4E8C-9EA8-779E39C6D7A2}" type="presOf" srcId="{1D295B30-0ABC-4274-BAFF-6F4053F7A1B7}" destId="{8308F50E-41B8-4DE7-9C6C-6E8658F94481}" srcOrd="1" destOrd="0" presId="urn:microsoft.com/office/officeart/2005/8/layout/hList9"/>
    <dgm:cxn modelId="{670B55BF-BDD3-4511-AFFE-E5ADA5269AAE}" type="presOf" srcId="{98E64082-645F-423D-801C-7092E4079D61}" destId="{19D1F32E-458B-40D5-83FB-58EEAA03DA94}" srcOrd="1" destOrd="0" presId="urn:microsoft.com/office/officeart/2005/8/layout/hList9"/>
    <dgm:cxn modelId="{2DDCFCC2-B5BF-4A17-B450-ED8993F16FC7}" type="presOf" srcId="{B0CE765E-13D1-4001-B55F-F5E28849D0A3}" destId="{2F7F4504-1C0B-43F7-A0E7-0DEE9BF32436}" srcOrd="1" destOrd="0" presId="urn:microsoft.com/office/officeart/2005/8/layout/hList9"/>
    <dgm:cxn modelId="{856EBFD0-193E-47E6-82B8-F05685CC3951}" type="presOf" srcId="{B0CE765E-13D1-4001-B55F-F5E28849D0A3}" destId="{45D7A4FA-4220-4DF4-826E-F67FE2C3D661}" srcOrd="0" destOrd="0" presId="urn:microsoft.com/office/officeart/2005/8/layout/hList9"/>
    <dgm:cxn modelId="{AB9DD8D5-DB2A-43ED-975C-E36C35F940D6}" srcId="{F9F5B61F-5BAE-4BB4-9B5F-0474123C8F96}" destId="{1D295B30-0ABC-4274-BAFF-6F4053F7A1B7}" srcOrd="0" destOrd="0" parTransId="{2E234AE5-2FC2-4AF5-861F-BCFCCE74D57D}" sibTransId="{DEDFC2A5-F0BC-4217-A182-50DAE81F9E0C}"/>
    <dgm:cxn modelId="{E7F1DEE5-7BF2-41F8-BAA5-E18C7076E4A5}" srcId="{44911326-AD72-43EE-AA72-348501F866DF}" destId="{0CA25DB8-A946-4412-8C62-D36E782E17A7}" srcOrd="1" destOrd="0" parTransId="{46B4DFBE-8671-487B-ABC2-633C74A80871}" sibTransId="{5BAAA6BB-453F-4436-B826-0692FB584F3D}"/>
    <dgm:cxn modelId="{8699F2FA-1996-45E0-B0D9-0FB5CEC9AA63}" srcId="{F9F5B61F-5BAE-4BB4-9B5F-0474123C8F96}" destId="{B0CE765E-13D1-4001-B55F-F5E28849D0A3}" srcOrd="1" destOrd="0" parTransId="{E0CC2E5A-5E96-4765-943C-E3A0170E026A}" sibTransId="{BF75B38D-C45F-4D37-8AC7-A30A222F2FAC}"/>
    <dgm:cxn modelId="{A5B9C02E-36CF-49DE-AD25-6C9809D6614E}" type="presParOf" srcId="{6EE2335E-F5C3-4725-BC4C-E7C551C25432}" destId="{BE204E38-C7A1-43E1-A010-F8D43710EE03}" srcOrd="0" destOrd="0" presId="urn:microsoft.com/office/officeart/2005/8/layout/hList9"/>
    <dgm:cxn modelId="{6D32B242-2561-44A7-B3D8-D605ACAD8D1E}" type="presParOf" srcId="{6EE2335E-F5C3-4725-BC4C-E7C551C25432}" destId="{507DA43D-5BF6-4945-B53B-94AA47289166}" srcOrd="1" destOrd="0" presId="urn:microsoft.com/office/officeart/2005/8/layout/hList9"/>
    <dgm:cxn modelId="{A3406D95-96D6-4D2B-87CC-C5139D892550}" type="presParOf" srcId="{507DA43D-5BF6-4945-B53B-94AA47289166}" destId="{3E3E2036-5799-4B6E-9513-5248B900106D}" srcOrd="0" destOrd="0" presId="urn:microsoft.com/office/officeart/2005/8/layout/hList9"/>
    <dgm:cxn modelId="{AEE81E18-7C40-463D-9C31-BB5D5B996028}" type="presParOf" srcId="{507DA43D-5BF6-4945-B53B-94AA47289166}" destId="{E81797C4-1EFD-486F-B3E2-84BE8FD453F2}" srcOrd="1" destOrd="0" presId="urn:microsoft.com/office/officeart/2005/8/layout/hList9"/>
    <dgm:cxn modelId="{14B2AC7C-1C79-4FAB-8B6C-0C46C45843E8}" type="presParOf" srcId="{E81797C4-1EFD-486F-B3E2-84BE8FD453F2}" destId="{5B372276-27DE-4549-B1AD-96F7D8C90B59}" srcOrd="0" destOrd="0" presId="urn:microsoft.com/office/officeart/2005/8/layout/hList9"/>
    <dgm:cxn modelId="{A93CD91D-0665-4055-B02E-AC776B77C94E}" type="presParOf" srcId="{E81797C4-1EFD-486F-B3E2-84BE8FD453F2}" destId="{8308F50E-41B8-4DE7-9C6C-6E8658F94481}" srcOrd="1" destOrd="0" presId="urn:microsoft.com/office/officeart/2005/8/layout/hList9"/>
    <dgm:cxn modelId="{639DF44B-D717-4F2B-BC09-EA82699C624A}" type="presParOf" srcId="{507DA43D-5BF6-4945-B53B-94AA47289166}" destId="{5EA5254C-9248-437D-8671-C2F8CCE51448}" srcOrd="2" destOrd="0" presId="urn:microsoft.com/office/officeart/2005/8/layout/hList9"/>
    <dgm:cxn modelId="{50DFAFEC-AA67-4FEF-BA57-A128CE5EABC2}" type="presParOf" srcId="{5EA5254C-9248-437D-8671-C2F8CCE51448}" destId="{45D7A4FA-4220-4DF4-826E-F67FE2C3D661}" srcOrd="0" destOrd="0" presId="urn:microsoft.com/office/officeart/2005/8/layout/hList9"/>
    <dgm:cxn modelId="{490FA259-4FDC-4BFC-A17E-ED03C1A4EC14}" type="presParOf" srcId="{5EA5254C-9248-437D-8671-C2F8CCE51448}" destId="{2F7F4504-1C0B-43F7-A0E7-0DEE9BF32436}" srcOrd="1" destOrd="0" presId="urn:microsoft.com/office/officeart/2005/8/layout/hList9"/>
    <dgm:cxn modelId="{3E2D940A-5ADB-42B6-AF4D-E8389C86A02D}" type="presParOf" srcId="{6EE2335E-F5C3-4725-BC4C-E7C551C25432}" destId="{A6DA7436-2F89-467F-9AEA-4ADFE80B78F1}" srcOrd="2" destOrd="0" presId="urn:microsoft.com/office/officeart/2005/8/layout/hList9"/>
    <dgm:cxn modelId="{B0DB2C43-F545-4D78-8603-EF6FE55EF706}" type="presParOf" srcId="{6EE2335E-F5C3-4725-BC4C-E7C551C25432}" destId="{EA1809B8-F1A8-4AED-8DAC-95861707B5F8}" srcOrd="3" destOrd="0" presId="urn:microsoft.com/office/officeart/2005/8/layout/hList9"/>
    <dgm:cxn modelId="{0C0DA92A-9DBC-4F38-93F7-5DD8C1B0DC46}" type="presParOf" srcId="{6EE2335E-F5C3-4725-BC4C-E7C551C25432}" destId="{CF9F7C37-E717-4418-86A7-108657FFDEE7}" srcOrd="4" destOrd="0" presId="urn:microsoft.com/office/officeart/2005/8/layout/hList9"/>
    <dgm:cxn modelId="{1E1827F6-9287-4644-B639-1799EE662344}" type="presParOf" srcId="{6EE2335E-F5C3-4725-BC4C-E7C551C25432}" destId="{1E0568AF-DDC3-4EE4-AFAA-3984883A6A8E}" srcOrd="5" destOrd="0" presId="urn:microsoft.com/office/officeart/2005/8/layout/hList9"/>
    <dgm:cxn modelId="{162AFEE1-1BE4-4608-8862-ACC693CC73EE}" type="presParOf" srcId="{6EE2335E-F5C3-4725-BC4C-E7C551C25432}" destId="{D2078E90-89A4-405C-9405-5B390D89A051}" srcOrd="6" destOrd="0" presId="urn:microsoft.com/office/officeart/2005/8/layout/hList9"/>
    <dgm:cxn modelId="{9405AF44-7B5F-4486-AFEF-B9F0E40EDF40}" type="presParOf" srcId="{D2078E90-89A4-405C-9405-5B390D89A051}" destId="{A3562B08-B746-4CC7-BF46-459942F7DF2C}" srcOrd="0" destOrd="0" presId="urn:microsoft.com/office/officeart/2005/8/layout/hList9"/>
    <dgm:cxn modelId="{44F167E5-6165-4398-9E4F-14972B7B5586}" type="presParOf" srcId="{D2078E90-89A4-405C-9405-5B390D89A051}" destId="{0B52B910-2BD0-4C16-987C-F621C71F1E46}" srcOrd="1" destOrd="0" presId="urn:microsoft.com/office/officeart/2005/8/layout/hList9"/>
    <dgm:cxn modelId="{66F74AF3-0861-41C4-98F8-0A281B94B731}" type="presParOf" srcId="{0B52B910-2BD0-4C16-987C-F621C71F1E46}" destId="{92B0CB54-723E-4022-AC50-C4EF1BEF9663}" srcOrd="0" destOrd="0" presId="urn:microsoft.com/office/officeart/2005/8/layout/hList9"/>
    <dgm:cxn modelId="{69B5AA21-19CE-43F6-89D2-DC98073D0FFB}" type="presParOf" srcId="{0B52B910-2BD0-4C16-987C-F621C71F1E46}" destId="{19D1F32E-458B-40D5-83FB-58EEAA03DA94}" srcOrd="1" destOrd="0" presId="urn:microsoft.com/office/officeart/2005/8/layout/hList9"/>
    <dgm:cxn modelId="{03D123C4-0AEF-40C6-B3B1-7ABA32A349CF}" type="presParOf" srcId="{D2078E90-89A4-405C-9405-5B390D89A051}" destId="{E6FF7EC7-88BE-49E9-8AF0-429089285756}" srcOrd="2" destOrd="0" presId="urn:microsoft.com/office/officeart/2005/8/layout/hList9"/>
    <dgm:cxn modelId="{477AFC9D-2859-4DD2-A822-19F3DBF39F14}" type="presParOf" srcId="{E6FF7EC7-88BE-49E9-8AF0-429089285756}" destId="{8CC202A4-7202-4404-B9B5-843613174418}" srcOrd="0" destOrd="0" presId="urn:microsoft.com/office/officeart/2005/8/layout/hList9"/>
    <dgm:cxn modelId="{35ECC7DA-277E-4578-9618-CF1C2BD346B2}" type="presParOf" srcId="{E6FF7EC7-88BE-49E9-8AF0-429089285756}" destId="{F6B37A28-55EF-44BB-9A87-CF499325CE3E}" srcOrd="1" destOrd="0" presId="urn:microsoft.com/office/officeart/2005/8/layout/hList9"/>
    <dgm:cxn modelId="{50D10A3F-336A-4B22-AB78-0E0260E6CC1E}" type="presParOf" srcId="{6EE2335E-F5C3-4725-BC4C-E7C551C25432}" destId="{24E7CF52-5D0B-4174-B4A7-C103588A4210}" srcOrd="7" destOrd="0" presId="urn:microsoft.com/office/officeart/2005/8/layout/hList9"/>
    <dgm:cxn modelId="{E4B92776-BEC0-4E27-B29D-587FDECD232B}" type="presParOf" srcId="{6EE2335E-F5C3-4725-BC4C-E7C551C25432}" destId="{3E6BA236-09F6-4AD8-ACBE-D3627D6E89EC}" srcOrd="8" destOrd="0" presId="urn:microsoft.com/office/officeart/2005/8/layout/hList9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E463FA-BB49-4457-851C-8764ACA102A0}">
      <dsp:nvSpPr>
        <dsp:cNvPr id="0" name=""/>
        <dsp:cNvSpPr/>
      </dsp:nvSpPr>
      <dsp:spPr>
        <a:xfrm>
          <a:off x="0" y="0"/>
          <a:ext cx="7329815" cy="3001050"/>
        </a:xfrm>
        <a:prstGeom prst="rightArrow">
          <a:avLst/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DCE3FC-49E8-4E3D-8B06-4B78769A1E3D}">
      <dsp:nvSpPr>
        <dsp:cNvPr id="0" name=""/>
        <dsp:cNvSpPr/>
      </dsp:nvSpPr>
      <dsp:spPr>
        <a:xfrm>
          <a:off x="736" y="900315"/>
          <a:ext cx="1181073" cy="120042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Loading Images from KITTI</a:t>
          </a:r>
        </a:p>
      </dsp:txBody>
      <dsp:txXfrm>
        <a:off x="58391" y="957970"/>
        <a:ext cx="1065763" cy="1085110"/>
      </dsp:txXfrm>
    </dsp:sp>
    <dsp:sp modelId="{A16CD04F-96F5-4F70-8D80-4C8DF559D750}">
      <dsp:nvSpPr>
        <dsp:cNvPr id="0" name=""/>
        <dsp:cNvSpPr/>
      </dsp:nvSpPr>
      <dsp:spPr>
        <a:xfrm>
          <a:off x="1240864" y="900315"/>
          <a:ext cx="1181073" cy="120042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Vehicle Detection (YOLOv8)</a:t>
          </a:r>
        </a:p>
      </dsp:txBody>
      <dsp:txXfrm>
        <a:off x="1298519" y="957970"/>
        <a:ext cx="1065763" cy="1085110"/>
      </dsp:txXfrm>
    </dsp:sp>
    <dsp:sp modelId="{6F42287F-4F43-448E-88F1-CBEDA0FE3D93}">
      <dsp:nvSpPr>
        <dsp:cNvPr id="0" name=""/>
        <dsp:cNvSpPr/>
      </dsp:nvSpPr>
      <dsp:spPr>
        <a:xfrm>
          <a:off x="2480991" y="900315"/>
          <a:ext cx="1181073" cy="120042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Synthetic Data Generation</a:t>
          </a:r>
        </a:p>
      </dsp:txBody>
      <dsp:txXfrm>
        <a:off x="2538646" y="957970"/>
        <a:ext cx="1065763" cy="1085110"/>
      </dsp:txXfrm>
    </dsp:sp>
    <dsp:sp modelId="{CC68193D-6F9C-4BEB-9F1C-8FECB78B9991}">
      <dsp:nvSpPr>
        <dsp:cNvPr id="0" name=""/>
        <dsp:cNvSpPr/>
      </dsp:nvSpPr>
      <dsp:spPr>
        <a:xfrm>
          <a:off x="3721119" y="900315"/>
          <a:ext cx="1181073" cy="120042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Automated Labeling</a:t>
          </a:r>
        </a:p>
      </dsp:txBody>
      <dsp:txXfrm>
        <a:off x="3778774" y="957970"/>
        <a:ext cx="1065763" cy="1085110"/>
      </dsp:txXfrm>
    </dsp:sp>
    <dsp:sp modelId="{659D8787-7728-4E84-9D01-C4C29E8854DD}">
      <dsp:nvSpPr>
        <dsp:cNvPr id="0" name=""/>
        <dsp:cNvSpPr/>
      </dsp:nvSpPr>
      <dsp:spPr>
        <a:xfrm>
          <a:off x="4961246" y="900315"/>
          <a:ext cx="1181073" cy="120042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Deep Augmentation Layer</a:t>
          </a:r>
        </a:p>
      </dsp:txBody>
      <dsp:txXfrm>
        <a:off x="5018901" y="957970"/>
        <a:ext cx="1065763" cy="1085110"/>
      </dsp:txXfrm>
    </dsp:sp>
    <dsp:sp modelId="{D13E555C-F611-41E2-8361-CBF53B514F1F}">
      <dsp:nvSpPr>
        <dsp:cNvPr id="0" name=""/>
        <dsp:cNvSpPr/>
      </dsp:nvSpPr>
      <dsp:spPr>
        <a:xfrm>
          <a:off x="6201373" y="900315"/>
          <a:ext cx="1181073" cy="120042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Model Fine-Tuning</a:t>
          </a:r>
          <a:r>
            <a:rPr lang="he-IL" sz="1300" kern="1200" dirty="0"/>
            <a:t> </a:t>
          </a:r>
          <a:r>
            <a:rPr lang="en-US" sz="1300" kern="1200" dirty="0"/>
            <a:t>(YOLO</a:t>
          </a:r>
          <a:r>
            <a:rPr lang="he-IL" sz="1300" kern="1200" dirty="0"/>
            <a:t>8</a:t>
          </a:r>
          <a:r>
            <a:rPr lang="en-US" sz="1300" kern="1200" dirty="0"/>
            <a:t>)</a:t>
          </a:r>
        </a:p>
      </dsp:txBody>
      <dsp:txXfrm>
        <a:off x="6259028" y="957970"/>
        <a:ext cx="1065763" cy="1085110"/>
      </dsp:txXfrm>
    </dsp:sp>
    <dsp:sp modelId="{CD69C7B6-FD69-4B4C-8206-6312698CFC07}">
      <dsp:nvSpPr>
        <dsp:cNvPr id="0" name=""/>
        <dsp:cNvSpPr/>
      </dsp:nvSpPr>
      <dsp:spPr>
        <a:xfrm>
          <a:off x="7441501" y="900315"/>
          <a:ext cx="1181073" cy="120042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1300" kern="1200" dirty="0"/>
            <a:t>Real-Time Inference &amp; Counting</a:t>
          </a:r>
        </a:p>
      </dsp:txBody>
      <dsp:txXfrm>
        <a:off x="7499156" y="957970"/>
        <a:ext cx="1065763" cy="10851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372276-27DE-4549-B1AD-96F7D8C90B59}">
      <dsp:nvSpPr>
        <dsp:cNvPr id="0" name=""/>
        <dsp:cNvSpPr/>
      </dsp:nvSpPr>
      <dsp:spPr>
        <a:xfrm>
          <a:off x="906641" y="1180696"/>
          <a:ext cx="1697961" cy="113254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85344" rIns="85344" bIns="8534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US" sz="1200" b="1" kern="1200" dirty="0">
              <a:latin typeface="Arial" panose="020B0604020202020204" pitchFamily="34" charset="0"/>
              <a:cs typeface="Arial" panose="020B0604020202020204" pitchFamily="34" charset="0"/>
            </a:rPr>
            <a:t>The model learns to "see" a parking spot as an object, instead of just measuring gaps between cars.</a:t>
          </a:r>
        </a:p>
      </dsp:txBody>
      <dsp:txXfrm>
        <a:off x="1178314" y="1180696"/>
        <a:ext cx="1426287" cy="1132540"/>
      </dsp:txXfrm>
    </dsp:sp>
    <dsp:sp modelId="{45D7A4FA-4220-4DF4-826E-F67FE2C3D661}">
      <dsp:nvSpPr>
        <dsp:cNvPr id="0" name=""/>
        <dsp:cNvSpPr/>
      </dsp:nvSpPr>
      <dsp:spPr>
        <a:xfrm>
          <a:off x="906641" y="2313236"/>
          <a:ext cx="1697961" cy="113254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85344" rIns="85344" bIns="8534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latin typeface="Arial" panose="020B0604020202020204" pitchFamily="34" charset="0"/>
              <a:cs typeface="Arial" panose="020B0604020202020204" pitchFamily="34" charset="0"/>
            </a:rPr>
            <a:t>Ultra-Fast: Runs at ~3.2ms</a:t>
          </a:r>
          <a:r>
            <a:rPr lang="he-IL" sz="1200" b="1" kern="1200" dirty="0">
              <a:latin typeface="Arial" panose="020B0604020202020204" pitchFamily="34" charset="0"/>
              <a:cs typeface="Arial" panose="020B0604020202020204" pitchFamily="34" charset="0"/>
            </a:rPr>
            <a:t>     </a:t>
          </a:r>
          <a:r>
            <a:rPr lang="en-US" sz="1200" b="1" kern="1200" dirty="0">
              <a:latin typeface="Arial" panose="020B0604020202020204" pitchFamily="34" charset="0"/>
              <a:cs typeface="Arial" panose="020B0604020202020204" pitchFamily="34" charset="0"/>
            </a:rPr>
            <a:t> (300+ FPS) on YOLO11N, making it perfect for real-time use on a driving vehicle.</a:t>
          </a:r>
        </a:p>
      </dsp:txBody>
      <dsp:txXfrm>
        <a:off x="1178314" y="2313236"/>
        <a:ext cx="1426287" cy="1132540"/>
      </dsp:txXfrm>
    </dsp:sp>
    <dsp:sp modelId="{EA1809B8-F1A8-4AED-8DAC-95861707B5F8}">
      <dsp:nvSpPr>
        <dsp:cNvPr id="0" name=""/>
        <dsp:cNvSpPr/>
      </dsp:nvSpPr>
      <dsp:spPr>
        <a:xfrm>
          <a:off x="1061" y="727906"/>
          <a:ext cx="1131974" cy="1131974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Work well</a:t>
          </a:r>
          <a:br>
            <a:rPr lang="en-US" sz="1900" kern="1200" dirty="0"/>
          </a:br>
          <a:r>
            <a:rPr lang="en-US" sz="1900" kern="1200" dirty="0">
              <a:solidFill>
                <a:srgbClr val="00B050"/>
              </a:solidFill>
            </a:rPr>
            <a:t>✔</a:t>
          </a:r>
        </a:p>
      </dsp:txBody>
      <dsp:txXfrm>
        <a:off x="166835" y="893680"/>
        <a:ext cx="800426" cy="800426"/>
      </dsp:txXfrm>
    </dsp:sp>
    <dsp:sp modelId="{92B0CB54-723E-4022-AC50-C4EF1BEF9663}">
      <dsp:nvSpPr>
        <dsp:cNvPr id="0" name=""/>
        <dsp:cNvSpPr/>
      </dsp:nvSpPr>
      <dsp:spPr>
        <a:xfrm>
          <a:off x="3736576" y="1180696"/>
          <a:ext cx="1697961" cy="113254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85344" rIns="85344" bIns="8534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b="1" kern="1200" dirty="0">
              <a:latin typeface="Arial" panose="020B0604020202020204" pitchFamily="34" charset="0"/>
              <a:cs typeface="Arial" panose="020B0604020202020204" pitchFamily="34" charset="0"/>
            </a:rPr>
            <a:t>Inpainting Artifact Overfitting</a:t>
          </a:r>
          <a:r>
            <a:rPr lang="he-IL" sz="12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200" b="1" kern="1200" dirty="0">
              <a:latin typeface="Arial" panose="020B0604020202020204" pitchFamily="34" charset="0"/>
              <a:cs typeface="Arial" panose="020B0604020202020204" pitchFamily="34" charset="0"/>
            </a:rPr>
            <a:t>Data Augmentation Layer</a:t>
          </a:r>
        </a:p>
      </dsp:txBody>
      <dsp:txXfrm>
        <a:off x="4008250" y="1180696"/>
        <a:ext cx="1426287" cy="1132540"/>
      </dsp:txXfrm>
    </dsp:sp>
    <dsp:sp modelId="{8CC202A4-7202-4404-B9B5-843613174418}">
      <dsp:nvSpPr>
        <dsp:cNvPr id="0" name=""/>
        <dsp:cNvSpPr/>
      </dsp:nvSpPr>
      <dsp:spPr>
        <a:xfrm>
          <a:off x="3736576" y="2313236"/>
          <a:ext cx="1697961" cy="113254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78232" rIns="78232" bIns="78232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latin typeface="Arial" panose="020B0604020202020204" pitchFamily="34" charset="0"/>
              <a:cs typeface="Arial" panose="020B0604020202020204" pitchFamily="34" charset="0"/>
            </a:rPr>
            <a:t>Overcoming road differences by using HSV and Perspective augmentations to ensure the model works on any street.</a:t>
          </a:r>
        </a:p>
      </dsp:txBody>
      <dsp:txXfrm>
        <a:off x="4008250" y="2313236"/>
        <a:ext cx="1426287" cy="1132540"/>
      </dsp:txXfrm>
    </dsp:sp>
    <dsp:sp modelId="{3E6BA236-09F6-4AD8-ACBE-D3627D6E89EC}">
      <dsp:nvSpPr>
        <dsp:cNvPr id="0" name=""/>
        <dsp:cNvSpPr/>
      </dsp:nvSpPr>
      <dsp:spPr>
        <a:xfrm>
          <a:off x="2830997" y="727906"/>
          <a:ext cx="1131974" cy="1131974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Not  working well</a:t>
          </a:r>
          <a:endParaRPr lang="he-IL" sz="1600" kern="1200" dirty="0"/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❌</a:t>
          </a:r>
        </a:p>
      </dsp:txBody>
      <dsp:txXfrm>
        <a:off x="2996771" y="893680"/>
        <a:ext cx="800426" cy="8004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9">
  <dgm:title val=""/>
  <dgm:desc val=""/>
  <dgm:catLst>
    <dgm:cat type="list" pri="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3" srcId="0" destId="1" srcOrd="0" destOrd="0"/>
        <dgm:cxn modelId="4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2"/>
        <dgm:pt modelId="21"/>
        <dgm:pt modelId="22"/>
        <dgm:pt modelId="23"/>
        <dgm:pt modelId="24"/>
        <dgm:pt modelId="3"/>
        <dgm:pt modelId="31"/>
        <dgm:pt modelId="32"/>
        <dgm:pt modelId="33"/>
        <dgm:pt modelId="34"/>
      </dgm:ptLst>
      <dgm:cxnLst>
        <dgm:cxn modelId="4" srcId="0" destId="1" srcOrd="0" destOrd="0"/>
        <dgm:cxn modelId="5" srcId="0" destId="2" srcOrd="1" destOrd="0"/>
        <dgm:cxn modelId="6" srcId="0" destId="3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18" srcId="1" destId="14" srcOrd="0" destOrd="0"/>
        <dgm:cxn modelId="25" srcId="2" destId="21" srcOrd="0" destOrd="0"/>
        <dgm:cxn modelId="26" srcId="2" destId="22" srcOrd="0" destOrd="0"/>
        <dgm:cxn modelId="27" srcId="2" destId="23" srcOrd="0" destOrd="0"/>
        <dgm:cxn modelId="28" srcId="2" destId="24" srcOrd="0" destOrd="0"/>
        <dgm:cxn modelId="35" srcId="3" destId="31" srcOrd="0" destOrd="0"/>
        <dgm:cxn modelId="36" srcId="3" destId="32" srcOrd="0" destOrd="0"/>
        <dgm:cxn modelId="37" srcId="3" destId="33" srcOrd="0" destOrd="0"/>
        <dgm:cxn modelId="38" srcId="3" destId="34" srcOrd="0" destOrd="0"/>
      </dgm:cxnLst>
      <dgm:bg/>
      <dgm:whole/>
    </dgm:dataModel>
  </dgm:clrData>
  <dgm:layoutNode name="list">
    <dgm:varLst>
      <dgm:dir/>
      <dgm:animLvl val="lvl"/>
    </dgm:varLst>
    <dgm:choose name="Name0">
      <dgm:if name="Name1" func="var" arg="dir" op="equ" val="norm">
        <dgm:alg type="lin">
          <dgm:param type="linDir" val="fromL"/>
          <dgm:param type="fallback" val="2D"/>
          <dgm:param type="nodeVertAlign" val="t"/>
        </dgm:alg>
      </dgm:if>
      <dgm:else name="Name2">
        <dgm:alg type="lin">
          <dgm:param type="linDir" val="fromR"/>
          <dgm:param type="fallback" val="2D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ircle" refType="w" fact="0.5"/>
      <dgm:constr type="w" for="ch" forName="vertFlow" refType="w" fact="0.75"/>
      <dgm:constr type="h" for="des" forName="firstComp" refType="w" refFor="ch" refForName="vertFlow" fact="0.667"/>
      <dgm:constr type="h" for="des" forName="comp" refType="h" refFor="des" refForName="firstComp" op="equ"/>
      <dgm:constr type="h" for="des" forName="topSpace" refType="w" refFor="ch" refForName="circle" op="equ" fact="0.4"/>
      <dgm:constr type="w" for="ch" forName="posSpace" refType="w" fact="0.4"/>
      <dgm:constr type="w" for="ch" forName="negSpace" refType="w" fact="-1.15"/>
      <dgm:constr type="w" for="ch" forName="transSpace" refType="w" fact="0.75"/>
      <dgm:constr type="primFontSz" for="ch" forName="circle" op="equ" val="65"/>
      <dgm:constr type="primFontSz" for="des" forName="firstChildTx" val="65"/>
      <dgm:constr type="primFontSz" for="des" forName="childTx" refType="primFontSz" refFor="des" refForName="firstChildTx" op="equ"/>
    </dgm:constrLst>
    <dgm:ruleLst/>
    <dgm:forEach name="Name3" axis="ch" ptType="node">
      <dgm:layoutNode name="pos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vertFlow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firstComp" refType="w"/>
          <dgm:constr type="w" for="ch" forName="comp" refType="w"/>
        </dgm:constrLst>
        <dgm:ruleLst/>
        <dgm:layoutNode name="top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firstComp">
          <dgm:alg type="composite"/>
          <dgm:shape xmlns:r="http://schemas.openxmlformats.org/officeDocument/2006/relationships" r:blip="">
            <dgm:adjLst/>
          </dgm:shape>
          <dgm:presOf/>
          <dgm:choose name="Name4">
            <dgm:if name="Name5" func="var" arg="dir" op="equ" val="norm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 refType="w" fact="0.16"/>
                <dgm:constr type="r" for="ch" forName="firstChildTx" refType="w"/>
                <dgm:constr type="h" for="ch" forName="firstChildTx" refFor="ch" refForName="firstChild" op="equ"/>
              </dgm:constrLst>
            </dgm:if>
            <dgm:else name="Name6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/>
                <dgm:constr type="r" for="ch" forName="firstChildTx" refType="w" fact="0.825"/>
                <dgm:constr type="h" for="ch" forName="firstChildTx" refFor="ch" refForName="firstChild" op="equ"/>
              </dgm:constrLst>
            </dgm:else>
          </dgm:choose>
          <dgm:ruleLst/>
          <dgm:layoutNode name="firstChild" styleLbl="bgAccFollowNode1">
            <dgm:alg type="sp"/>
            <dgm:shape xmlns:r="http://schemas.openxmlformats.org/officeDocument/2006/relationships" type="rect" r:blip="">
              <dgm:adjLst/>
            </dgm:shape>
            <dgm:presOf axis="ch desOrSelf" ptType="node node" cnt="1 0"/>
            <dgm:constrLst/>
            <dgm:ruleLst/>
          </dgm:layoutNode>
          <dgm:layoutNode name="firstChildTx" styleLbl="bgAccFollowNode1">
            <dgm:varLst>
              <dgm:bulletEnabled val="1"/>
            </dgm:varLst>
            <dgm:alg type="tx">
              <dgm:param type="parTxLTRAlign" val="l"/>
            </dgm:alg>
            <dgm:shape xmlns:r="http://schemas.openxmlformats.org/officeDocument/2006/relationships" type="rect" r:blip="" hideGeom="1">
              <dgm:adjLst/>
            </dgm:shape>
            <dgm:presOf axis="ch desOrSelf" ptType="node node" cnt="1 0"/>
            <dgm:choose name="Name7">
              <dgm:if name="Name8" func="var" arg="dir" op="equ" val="norm">
                <dgm:constrLst>
                  <dgm:constr type="primFontSz" val="65"/>
                  <dgm:constr type="lMarg"/>
                </dgm:constrLst>
              </dgm:if>
              <dgm:else name="Name9">
                <dgm:constrLst>
                  <dgm:constr type="primFontSz" val="65"/>
                  <dgm:constr type="rMarg"/>
                </dgm:constrLst>
              </dgm:else>
            </dgm:choose>
            <dgm:ruleLst>
              <dgm:rule type="primFontSz" val="5" fact="NaN" max="NaN"/>
            </dgm:ruleLst>
          </dgm:layoutNode>
        </dgm:layoutNode>
        <dgm:forEach name="Name10" axis="ch" ptType="node" st="2">
          <dgm:layoutNode name="comp">
            <dgm:alg type="composite"/>
            <dgm:shape xmlns:r="http://schemas.openxmlformats.org/officeDocument/2006/relationships" r:blip="">
              <dgm:adjLst/>
            </dgm:shape>
            <dgm:presOf/>
            <dgm:choose name="Name11">
              <dgm:if name="Name12" func="var" arg="dir" op="equ" val="norm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 refType="w" fact="0.16"/>
                  <dgm:constr type="r" for="ch" forName="childTx" refType="w"/>
                  <dgm:constr type="h" for="ch" forName="childTx" refFor="ch" refForName="child" op="equ"/>
                </dgm:constrLst>
              </dgm:if>
              <dgm:else name="Name13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/>
                  <dgm:constr type="r" for="ch" forName="childTx" refType="w" fact="0.825"/>
                  <dgm:constr type="h" for="ch" forName="childTx" refFor="ch" refForName="child" op="equ"/>
                </dgm:constrLst>
              </dgm:else>
            </dgm:choose>
            <dgm:ruleLst/>
            <dgm:layoutNode name="child" styleLbl="bgAccFollowNode1">
              <dgm:alg type="sp"/>
              <dgm:shape xmlns:r="http://schemas.openxmlformats.org/officeDocument/2006/relationships" type="rect" r:blip="">
                <dgm:adjLst/>
              </dgm:shape>
              <dgm:presOf axis="desOrSelf" ptType="node"/>
              <dgm:constrLst/>
              <dgm:ruleLst/>
            </dgm:layoutNode>
            <dgm:layoutNode name="childTx" styleLbl="bgAccFollowNode1">
              <dgm:varLst>
                <dgm:bulletEnabled val="1"/>
              </dgm:varLst>
              <dgm:alg type="tx">
                <dgm:param type="parTxLTRAlign" val="l"/>
              </dgm:alg>
              <dgm:shape xmlns:r="http://schemas.openxmlformats.org/officeDocument/2006/relationships" type="rect" r:blip="" hideGeom="1">
                <dgm:adjLst/>
              </dgm:shape>
              <dgm:presOf axis="desOrSelf" ptType="node"/>
              <dgm:choose name="Name14">
                <dgm:if name="Name15" func="var" arg="dir" op="equ" val="norm">
                  <dgm:constrLst>
                    <dgm:constr type="primFontSz" val="65"/>
                    <dgm:constr type="lMarg"/>
                  </dgm:constrLst>
                </dgm:if>
                <dgm:else name="Name16">
                  <dgm:constrLst>
                    <dgm:constr type="primFontSz" val="65"/>
                    <dgm:constr type="rMarg"/>
                  </dgm:constrLst>
                </dgm:else>
              </dgm:choose>
              <dgm:ruleLst>
                <dgm:rule type="primFontSz" val="5" fact="NaN" max="NaN"/>
              </dgm:ruleLst>
            </dgm:layoutNode>
          </dgm:layoutNode>
        </dgm:forEach>
      </dgm:layoutNode>
      <dgm:layoutNode name="neg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ircle" styleLbl="node1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lMarg"/>
          <dgm:constr type="rMarg"/>
          <dgm:constr type="tMarg"/>
          <dgm:constr type="bMarg"/>
          <dgm:constr type="h" refType="w"/>
        </dgm:constrLst>
        <dgm:ruleLst>
          <dgm:rule type="primFontSz" val="5" fact="NaN" max="NaN"/>
        </dgm:ruleLst>
      </dgm:layoutNode>
      <dgm:forEach name="Name17" axis="followSib" ptType="sibTrans" cnt="1">
        <dgm:layoutNode name="trans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5F4DCF1-ECAF-F7A7-2FE7-5E8E893BC44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1330B0-5BAC-7408-8C3C-78D8336840E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7BC71B-6527-4638-937B-C93EB849CB02}" type="datetimeFigureOut">
              <a:rPr lang="en-US" smtClean="0"/>
              <a:t>1/4/2026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D7EEB3-E0A5-7440-F7ED-F59975ED1E8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548D11-7466-6432-3BF5-64A1A1FA59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A70580-B89C-4157-871D-6B9318EE5F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157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5465A2-8C9C-419F-9FD8-234480873777}" type="datetimeFigureOut">
              <a:rPr lang="en-US" smtClean="0"/>
              <a:t>1/4/2026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AF00E9-A49D-4007-B3B9-A3783809E5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69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2237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0649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7899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1917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77394-0A20-4CF6-9066-CFC2C1C9D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149" y="389840"/>
            <a:ext cx="8281987" cy="2954655"/>
          </a:xfrm>
        </p:spPr>
        <p:txBody>
          <a:bodyPr anchor="t" anchorCtr="0">
            <a:normAutofit/>
          </a:bodyPr>
          <a:lstStyle>
            <a:lvl1pPr algn="l">
              <a:lnSpc>
                <a:spcPct val="100000"/>
              </a:lnSpc>
              <a:defRPr sz="64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10971F-8922-4B23-9C80-0643D7E35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149" y="3536951"/>
            <a:ext cx="8281989" cy="255587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2184FF4-7029-4ED7-813A-192E60608764}"/>
              </a:ext>
            </a:extLst>
          </p:cNvPr>
          <p:cNvSpPr>
            <a:spLocks noChangeAspect="1"/>
          </p:cNvSpPr>
          <p:nvPr/>
        </p:nvSpPr>
        <p:spPr>
          <a:xfrm rot="2700000">
            <a:off x="612445" y="48188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AA7AB09-557C-41AD-9113-FF9F68FA1035}"/>
              </a:ext>
            </a:extLst>
          </p:cNvPr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99ECAA-1F11-4937-BBA6-51935AB44C9D}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9DE9FAB-6BBA-4CFE-B67D-77B47F01ECA4}"/>
              </a:ext>
            </a:extLst>
          </p:cNvPr>
          <p:cNvGrpSpPr/>
          <p:nvPr/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3626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BDBC526-6DCD-4FF6-8395-D8C22E46E527}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1600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113199"/>
            <a:ext cx="11090274" cy="3979625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223463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4644CBB8-40B8-42F8-9172-07A476341DDA}"/>
              </a:ext>
            </a:extLst>
          </p:cNvPr>
          <p:cNvGrpSpPr/>
          <p:nvPr/>
        </p:nvGrpSpPr>
        <p:grpSpPr>
          <a:xfrm>
            <a:off x="356481" y="879007"/>
            <a:ext cx="734257" cy="760506"/>
            <a:chOff x="5243759" y="1363788"/>
            <a:chExt cx="734257" cy="760506"/>
          </a:xfrm>
        </p:grpSpPr>
        <p:sp>
          <p:nvSpPr>
            <p:cNvPr id="49" name="Freeform 5">
              <a:extLst>
                <a:ext uri="{FF2B5EF4-FFF2-40B4-BE49-F238E27FC236}">
                  <a16:creationId xmlns:a16="http://schemas.microsoft.com/office/drawing/2014/main" id="{35CE073E-302A-4AA7-98C7-8667DDDCFA18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0" name="Freeform 6">
              <a:extLst>
                <a:ext uri="{FF2B5EF4-FFF2-40B4-BE49-F238E27FC236}">
                  <a16:creationId xmlns:a16="http://schemas.microsoft.com/office/drawing/2014/main" id="{4FD1AE2F-DD70-4E93-B905-E052A23F0B1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Freeform 8">
              <a:extLst>
                <a:ext uri="{FF2B5EF4-FFF2-40B4-BE49-F238E27FC236}">
                  <a16:creationId xmlns:a16="http://schemas.microsoft.com/office/drawing/2014/main" id="{E8D529E5-8838-47F0-98A4-2D46F11E499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5DA2564-D3DB-48AD-83F0-6CC6B5743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563" y="474345"/>
            <a:ext cx="11077574" cy="2954655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en-US" sz="6400" dirty="0"/>
            </a:lvl1pPr>
          </a:lstStyle>
          <a:p>
            <a:pPr lvl="0">
              <a:lnSpc>
                <a:spcPct val="100000"/>
              </a:lnSpc>
            </a:pPr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03DDF-462A-45CE-931B-010AB4F73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10702-2ACF-4768-9E91-8CB87B895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FA722-391E-4FCF-8E15-0D7E2EC02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EA752-36DA-440B-8747-0EB291408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271" y="3629772"/>
            <a:ext cx="11074866" cy="2678953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0BCC02B0-8581-4752-B7BC-3CE1EF17B9F7}"/>
              </a:ext>
            </a:extLst>
          </p:cNvPr>
          <p:cNvSpPr>
            <a:spLocks noChangeAspect="1"/>
          </p:cNvSpPr>
          <p:nvPr/>
        </p:nvSpPr>
        <p:spPr>
          <a:xfrm rot="18900000">
            <a:off x="11209132" y="4448189"/>
            <a:ext cx="999200" cy="1262947"/>
          </a:xfrm>
          <a:custGeom>
            <a:avLst/>
            <a:gdLst>
              <a:gd name="connsiteX0" fmla="*/ 540000 w 999200"/>
              <a:gd name="connsiteY0" fmla="*/ 0 h 1262947"/>
              <a:gd name="connsiteX1" fmla="*/ 999200 w 999200"/>
              <a:gd name="connsiteY1" fmla="*/ 815317 h 1262947"/>
              <a:gd name="connsiteX2" fmla="*/ 552185 w 999200"/>
              <a:gd name="connsiteY2" fmla="*/ 1262333 h 1262947"/>
              <a:gd name="connsiteX3" fmla="*/ 540000 w 999200"/>
              <a:gd name="connsiteY3" fmla="*/ 1262947 h 1262947"/>
              <a:gd name="connsiteX4" fmla="*/ 0 w 999200"/>
              <a:gd name="connsiteY4" fmla="*/ 992947 h 1262947"/>
              <a:gd name="connsiteX5" fmla="*/ 10971 w 999200"/>
              <a:gd name="connsiteY5" fmla="*/ 938533 h 1262947"/>
              <a:gd name="connsiteX6" fmla="*/ 15626 w 999200"/>
              <a:gd name="connsiteY6" fmla="*/ 931034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99200" h="1262947">
                <a:moveTo>
                  <a:pt x="540000" y="0"/>
                </a:moveTo>
                <a:lnTo>
                  <a:pt x="999200" y="815317"/>
                </a:lnTo>
                <a:lnTo>
                  <a:pt x="552185" y="1262333"/>
                </a:lnTo>
                <a:lnTo>
                  <a:pt x="540000" y="1262947"/>
                </a:ln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10200000" scaled="0"/>
          </a:gradFill>
          <a:ln>
            <a:noFill/>
          </a:ln>
          <a:effectLst>
            <a:innerShdw blurRad="254000" dist="101600" dir="42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EA0FF4DB-8180-4D26-AEAE-7ECDB670F71D}"/>
              </a:ext>
            </a:extLst>
          </p:cNvPr>
          <p:cNvSpPr/>
          <p:nvPr/>
        </p:nvSpPr>
        <p:spPr>
          <a:xfrm rot="2700000">
            <a:off x="11686937" y="4853516"/>
            <a:ext cx="540000" cy="978284"/>
          </a:xfrm>
          <a:custGeom>
            <a:avLst/>
            <a:gdLst>
              <a:gd name="connsiteX0" fmla="*/ 113288 w 540000"/>
              <a:gd name="connsiteY0" fmla="*/ 0 h 978284"/>
              <a:gd name="connsiteX1" fmla="*/ 539386 w 540000"/>
              <a:gd name="connsiteY1" fmla="*/ 426099 h 978284"/>
              <a:gd name="connsiteX2" fmla="*/ 540000 w 540000"/>
              <a:gd name="connsiteY2" fmla="*/ 438284 h 978284"/>
              <a:gd name="connsiteX3" fmla="*/ 270000 w 540000"/>
              <a:gd name="connsiteY3" fmla="*/ 978284 h 978284"/>
              <a:gd name="connsiteX4" fmla="*/ 0 w 540000"/>
              <a:gd name="connsiteY4" fmla="*/ 438284 h 978284"/>
              <a:gd name="connsiteX5" fmla="*/ 79081 w 540000"/>
              <a:gd name="connsiteY5" fmla="*/ 56446 h 978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000" h="978284">
                <a:moveTo>
                  <a:pt x="113288" y="0"/>
                </a:moveTo>
                <a:lnTo>
                  <a:pt x="539386" y="426099"/>
                </a:lnTo>
                <a:lnTo>
                  <a:pt x="540000" y="438284"/>
                </a:lnTo>
                <a:cubicBezTo>
                  <a:pt x="540000" y="736518"/>
                  <a:pt x="419117" y="978284"/>
                  <a:pt x="270000" y="978284"/>
                </a:cubicBezTo>
                <a:cubicBezTo>
                  <a:pt x="120883" y="978284"/>
                  <a:pt x="0" y="736518"/>
                  <a:pt x="0" y="438284"/>
                </a:cubicBezTo>
                <a:cubicBezTo>
                  <a:pt x="0" y="289167"/>
                  <a:pt x="30220" y="154167"/>
                  <a:pt x="79081" y="56446"/>
                </a:cubicBezTo>
                <a:close/>
              </a:path>
            </a:pathLst>
          </a:cu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65650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68347B7-45FA-4A01-924D-DC385B720B3E}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4" cy="1332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2" y="2097175"/>
            <a:ext cx="5435600" cy="3995650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62910-87AA-4E67-992D-8D4822FD8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5538" y="2097175"/>
            <a:ext cx="5435600" cy="3995650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89351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D65A50E-2F73-4426-8586-9731AFA2D2E0}"/>
              </a:ext>
            </a:extLst>
          </p:cNvPr>
          <p:cNvSpPr>
            <a:spLocks noChangeAspect="1"/>
          </p:cNvSpPr>
          <p:nvPr/>
        </p:nvSpPr>
        <p:spPr>
          <a:xfrm>
            <a:off x="11091612" y="5893466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89C080-4102-49AE-BDA9-59A4A67E2486}"/>
              </a:ext>
            </a:extLst>
          </p:cNvPr>
          <p:cNvSpPr/>
          <p:nvPr/>
        </p:nvSpPr>
        <p:spPr>
          <a:xfrm>
            <a:off x="11451612" y="5827878"/>
            <a:ext cx="379049" cy="360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E62014-F04C-495A-964E-6B888D49C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DF027-E633-44EE-ACA0-C205930AA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881275"/>
            <a:ext cx="5437186" cy="535354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A4F363-FEEF-4CD2-A18E-17AE8D485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3" y="2577270"/>
            <a:ext cx="5429114" cy="3515555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E50F8C-4D64-40FD-AE8C-6A1F3C2A84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2024" y="1881275"/>
            <a:ext cx="5436392" cy="535354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sz="1400" b="0" cap="all" spc="200" baseline="0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AC943E-DB2B-40E0-907F-8EA1404791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2023" y="2577270"/>
            <a:ext cx="5436391" cy="3515555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DCD5B-3F26-4AFA-8BD4-E5D8DD2AF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10D1EE-83A0-4FB5-9B25-8A73DE891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031C35-2E5B-491D-85ED-DB42A4FE1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85868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149" y="550799"/>
            <a:ext cx="8283313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F51F65-E111-4656-83BE-CFCDE2DD6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FF82CB-2D17-4918-821E-485475CF2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66589D-A056-4817-AE15-39D87FE13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E489F067-39E1-4757-BC11-6169A343F2E1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10727" y="3958416"/>
            <a:ext cx="3536330" cy="1853969"/>
          </a:xfrm>
          <a:custGeom>
            <a:avLst/>
            <a:gdLst>
              <a:gd name="connsiteX0" fmla="*/ 3536330 w 3536330"/>
              <a:gd name="connsiteY0" fmla="*/ 1853969 h 1853969"/>
              <a:gd name="connsiteX1" fmla="*/ 1682362 w 3536330"/>
              <a:gd name="connsiteY1" fmla="*/ 0 h 1853969"/>
              <a:gd name="connsiteX2" fmla="*/ 52157 w 3536330"/>
              <a:gd name="connsiteY2" fmla="*/ 970257 h 1853969"/>
              <a:gd name="connsiteX3" fmla="*/ 0 w 3536330"/>
              <a:gd name="connsiteY3" fmla="*/ 1078528 h 1853969"/>
              <a:gd name="connsiteX4" fmla="*/ 757215 w 3536330"/>
              <a:gd name="connsiteY4" fmla="*/ 1835743 h 1853969"/>
              <a:gd name="connsiteX5" fmla="*/ 774211 w 3536330"/>
              <a:gd name="connsiteY5" fmla="*/ 1667149 h 1853969"/>
              <a:gd name="connsiteX6" fmla="*/ 1682362 w 3536330"/>
              <a:gd name="connsiteY6" fmla="*/ 926985 h 1853969"/>
              <a:gd name="connsiteX7" fmla="*/ 2609345 w 3536330"/>
              <a:gd name="connsiteY7" fmla="*/ 1853969 h 1853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36330" h="1853969">
                <a:moveTo>
                  <a:pt x="3536330" y="1853969"/>
                </a:moveTo>
                <a:cubicBezTo>
                  <a:pt x="3536330" y="830051"/>
                  <a:pt x="2706280" y="0"/>
                  <a:pt x="1682362" y="0"/>
                </a:cubicBezTo>
                <a:cubicBezTo>
                  <a:pt x="978418" y="0"/>
                  <a:pt x="366107" y="392328"/>
                  <a:pt x="52157" y="970257"/>
                </a:cubicBezTo>
                <a:lnTo>
                  <a:pt x="0" y="1078528"/>
                </a:lnTo>
                <a:lnTo>
                  <a:pt x="757215" y="1835743"/>
                </a:lnTo>
                <a:lnTo>
                  <a:pt x="774211" y="1667149"/>
                </a:lnTo>
                <a:cubicBezTo>
                  <a:pt x="860649" y="1244739"/>
                  <a:pt x="1234397" y="926985"/>
                  <a:pt x="1682362" y="926985"/>
                </a:cubicBezTo>
                <a:cubicBezTo>
                  <a:pt x="2194320" y="926985"/>
                  <a:pt x="2609345" y="1342010"/>
                  <a:pt x="2609345" y="1853969"/>
                </a:cubicBezTo>
                <a:close/>
              </a:path>
            </a:pathLst>
          </a:custGeom>
          <a:gradFill flip="none" rotWithShape="1">
            <a:gsLst>
              <a:gs pos="97000">
                <a:schemeClr val="bg2"/>
              </a:gs>
              <a:gs pos="31000">
                <a:schemeClr val="bg2">
                  <a:lumMod val="90000"/>
                  <a:lumOff val="10000"/>
                </a:schemeClr>
              </a:gs>
            </a:gsLst>
            <a:lin ang="15000000" scaled="0"/>
            <a:tileRect/>
          </a:gradFill>
          <a:ln>
            <a:noFill/>
          </a:ln>
          <a:effectLst>
            <a:innerShdw blurRad="355600" dist="101600" dir="16200000">
              <a:schemeClr val="accent1">
                <a:lumMod val="60000"/>
                <a:lumOff val="40000"/>
                <a:alpha val="8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DD231011-607F-42F1-B2D9-2BA8E91CC6AF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81151" y="3649708"/>
            <a:ext cx="3478701" cy="2164843"/>
          </a:xfrm>
          <a:custGeom>
            <a:avLst/>
            <a:gdLst>
              <a:gd name="connsiteX0" fmla="*/ 3478701 w 3478701"/>
              <a:gd name="connsiteY0" fmla="*/ 2164843 h 2164843"/>
              <a:gd name="connsiteX1" fmla="*/ 1624733 w 3478701"/>
              <a:gd name="connsiteY1" fmla="*/ 0 h 2164843"/>
              <a:gd name="connsiteX2" fmla="*/ 87393 w 3478701"/>
              <a:gd name="connsiteY2" fmla="*/ 954459 h 2164843"/>
              <a:gd name="connsiteX3" fmla="*/ 0 w 3478701"/>
              <a:gd name="connsiteY3" fmla="*/ 1122434 h 2164843"/>
              <a:gd name="connsiteX4" fmla="*/ 736015 w 3478701"/>
              <a:gd name="connsiteY4" fmla="*/ 1858449 h 2164843"/>
              <a:gd name="connsiteX5" fmla="*/ 739424 w 3478701"/>
              <a:gd name="connsiteY5" fmla="*/ 1842964 h 2164843"/>
              <a:gd name="connsiteX6" fmla="*/ 1624733 w 3478701"/>
              <a:gd name="connsiteY6" fmla="*/ 1082422 h 2164843"/>
              <a:gd name="connsiteX7" fmla="*/ 2551716 w 3478701"/>
              <a:gd name="connsiteY7" fmla="*/ 2164843 h 2164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78701" h="2164843">
                <a:moveTo>
                  <a:pt x="3478701" y="2164843"/>
                </a:moveTo>
                <a:cubicBezTo>
                  <a:pt x="3478701" y="969234"/>
                  <a:pt x="2648651" y="0"/>
                  <a:pt x="1624733" y="0"/>
                </a:cubicBezTo>
                <a:cubicBezTo>
                  <a:pt x="984784" y="0"/>
                  <a:pt x="420564" y="378607"/>
                  <a:pt x="87393" y="954459"/>
                </a:cubicBezTo>
                <a:lnTo>
                  <a:pt x="0" y="1122434"/>
                </a:lnTo>
                <a:lnTo>
                  <a:pt x="736015" y="1858449"/>
                </a:lnTo>
                <a:lnTo>
                  <a:pt x="739424" y="1842964"/>
                </a:lnTo>
                <a:cubicBezTo>
                  <a:pt x="856791" y="1402344"/>
                  <a:pt x="1208766" y="1082422"/>
                  <a:pt x="1624733" y="1082422"/>
                </a:cubicBezTo>
                <a:cubicBezTo>
                  <a:pt x="2136692" y="1082422"/>
                  <a:pt x="2551716" y="1567038"/>
                  <a:pt x="2551716" y="2164843"/>
                </a:cubicBezTo>
                <a:close/>
              </a:path>
            </a:pathLst>
          </a:custGeom>
          <a:solidFill>
            <a:schemeClr val="bg2">
              <a:lumMod val="50000"/>
              <a:lumOff val="50000"/>
              <a:alpha val="40000"/>
            </a:schemeClr>
          </a:solidFill>
          <a:ln>
            <a:noFill/>
          </a:ln>
          <a:effectLst>
            <a:softEdge rad="381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C472EFA-56B5-4A41-8D4B-E9F37727F34D}"/>
              </a:ext>
            </a:extLst>
          </p:cNvPr>
          <p:cNvSpPr/>
          <p:nvPr/>
        </p:nvSpPr>
        <p:spPr>
          <a:xfrm rot="13500000" flipV="1">
            <a:off x="1512277" y="2840042"/>
            <a:ext cx="214196" cy="933178"/>
          </a:xfrm>
          <a:prstGeom prst="ellipse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3781B6C-21AD-489D-A3CB-522BB2AC543F}"/>
              </a:ext>
            </a:extLst>
          </p:cNvPr>
          <p:cNvSpPr>
            <a:spLocks noChangeAspect="1"/>
          </p:cNvSpPr>
          <p:nvPr/>
        </p:nvSpPr>
        <p:spPr>
          <a:xfrm>
            <a:off x="1780661" y="385236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1AD5B80-530E-44CD-8D4A-2796FB214CBF}"/>
              </a:ext>
            </a:extLst>
          </p:cNvPr>
          <p:cNvGrpSpPr/>
          <p:nvPr/>
        </p:nvGrpSpPr>
        <p:grpSpPr>
          <a:xfrm>
            <a:off x="623181" y="1514007"/>
            <a:ext cx="734257" cy="760506"/>
            <a:chOff x="5243759" y="1363788"/>
            <a:chExt cx="734257" cy="760506"/>
          </a:xfrm>
        </p:grpSpPr>
        <p:sp>
          <p:nvSpPr>
            <p:cNvPr id="52" name="Freeform 5">
              <a:extLst>
                <a:ext uri="{FF2B5EF4-FFF2-40B4-BE49-F238E27FC236}">
                  <a16:creationId xmlns:a16="http://schemas.microsoft.com/office/drawing/2014/main" id="{2F746AA8-9050-4515-9B17-BC850368529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 6">
              <a:extLst>
                <a:ext uri="{FF2B5EF4-FFF2-40B4-BE49-F238E27FC236}">
                  <a16:creationId xmlns:a16="http://schemas.microsoft.com/office/drawing/2014/main" id="{23EC1AC3-1698-46D5-80B7-F22F15E1A5E4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Freeform 8">
              <a:extLst>
                <a:ext uri="{FF2B5EF4-FFF2-40B4-BE49-F238E27FC236}">
                  <a16:creationId xmlns:a16="http://schemas.microsoft.com/office/drawing/2014/main" id="{73766156-553C-46EB-93FA-4F37CC0FF5CF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5413379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167432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78B0BE9-88B0-4883-9BA9-CD594C400EC1}"/>
              </a:ext>
            </a:extLst>
          </p:cNvPr>
          <p:cNvGrpSpPr/>
          <p:nvPr/>
        </p:nvGrpSpPr>
        <p:grpSpPr>
          <a:xfrm>
            <a:off x="4949631" y="5111861"/>
            <a:ext cx="1262947" cy="1335600"/>
            <a:chOff x="2678417" y="2427951"/>
            <a:chExt cx="1262947" cy="13356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59DCBF3-7AFA-4CD1-A918-BC6DDE674E6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2769891" y="2336477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6964A02-96E1-4654-9187-DDDE7409F75B}"/>
                </a:ext>
              </a:extLst>
            </p:cNvPr>
            <p:cNvSpPr/>
            <p:nvPr/>
          </p:nvSpPr>
          <p:spPr>
            <a:xfrm rot="8100000">
              <a:off x="2784291" y="26835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F3FF76C-A012-4CDA-8AE7-E94139557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5" cy="984885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A4C80-DC38-4641-924F-90D6078CF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5775" y="1750060"/>
            <a:ext cx="7345362" cy="4342765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C42771-D3A7-4072-85DC-B7C5E530E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50060"/>
            <a:ext cx="3565525" cy="434276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47AB1-6EB5-4E2C-B4A7-42DC643E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A9D15F-B6ED-46E1-9840-0B625880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EB023-7A5E-4087-B75E-A38A80EE5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548230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F98F1FBA-F8BB-42CF-8B3E-D19AAFEE96C1}"/>
              </a:ext>
            </a:extLst>
          </p:cNvPr>
          <p:cNvGrpSpPr/>
          <p:nvPr/>
        </p:nvGrpSpPr>
        <p:grpSpPr>
          <a:xfrm>
            <a:off x="334964" y="5115518"/>
            <a:ext cx="734257" cy="760506"/>
            <a:chOff x="5243759" y="1363788"/>
            <a:chExt cx="734257" cy="760506"/>
          </a:xfrm>
        </p:grpSpPr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60EE09DD-C3DB-4266-BCC3-A765CFFBF37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5F301FE0-96DC-4EFB-BBEE-AED762C337C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3BEAD276-8850-4C0C-9777-8537000D522A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5EE0A0-B07E-479B-9684-4BD09FA43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75409"/>
            <a:ext cx="4500562" cy="984885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1893A9-3462-4F51-83AE-5D2F124B98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67324" y="575409"/>
            <a:ext cx="6373813" cy="573331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A9240C-79C0-4A88-A476-725DE1B9C2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76195"/>
            <a:ext cx="4500562" cy="4532530"/>
          </a:xfrm>
        </p:spPr>
        <p:txBody>
          <a:bodyPr anchor="t" anchorCtr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D2D6F-49E8-4217-A908-2D9E43583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1C4440-6B8D-4A24-A807-8B1302A3D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CFE189-E20B-4108-B290-244424336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667354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79361-B9A1-48F2-9473-23DE30E2D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03906"/>
            <a:ext cx="11090275" cy="1333057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986779-C2F3-447D-85F7-F6B0E2C97D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61572-1A59-4E3B-BA65-3329E9468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F84F1-99FE-4F0B-9E76-F581C2C1B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2D769-16B1-43C4-BF14-317553351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30566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56583A-514F-4632-820D-E7EE236A46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73CBBB-7DDC-4437-8C7D-22A1C35202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69EBF-DA20-4024-8006-B158D571E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AC8B9-14B5-4DF1-994D-AB47DB3BA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76582-5F9B-4F5E-AAD5-D608CB68E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893063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18020" y="662937"/>
            <a:ext cx="4624442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88CE9D0-E6DB-A38D-ED84-A53D0493E6D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267450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4119266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43C4A872-A473-BFD2-150E-387250C2B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5C8D53B-A579-BCFA-58E8-C386DABC92CD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23A34CAC-4A03-ADDB-E97F-8675E68FC0B3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0C733506-2F0D-8F31-52D1-5244F04A706B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9356E3D-E14C-9C43-7CE4-A7156B1E10DB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0" name="Title 19">
            <a:extLst>
              <a:ext uri="{FF2B5EF4-FFF2-40B4-BE49-F238E27FC236}">
                <a16:creationId xmlns:a16="http://schemas.microsoft.com/office/drawing/2014/main" id="{85C652DA-55F6-9691-4254-344E0A4E9A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483924"/>
            <a:ext cx="11090275" cy="168405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4DB7AC4F-2818-7F0D-AC6A-736D5F2C73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0863" y="2419350"/>
            <a:ext cx="11090274" cy="39131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C61DF04-D7CB-2B19-8BB9-3E90A6619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10824" y="1514007"/>
            <a:ext cx="734257" cy="760506"/>
            <a:chOff x="5243759" y="1363788"/>
            <a:chExt cx="734257" cy="760506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5DE1CC00-F893-E215-8086-65B6605C5FC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6EBF50D9-F9B8-ADB3-8B4A-AF19564EE6E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80BE1060-7183-58F8-EEBF-64135EE82BC5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E597A3BE-0D13-9033-E3FD-78202DB799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168304" y="385236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8867D9A-3F3B-94C3-244B-0006226AEF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063019" y="3199533"/>
            <a:ext cx="3597052" cy="2615018"/>
            <a:chOff x="4541453" y="3199533"/>
            <a:chExt cx="3597052" cy="2615018"/>
          </a:xfrm>
        </p:grpSpPr>
        <p:sp>
          <p:nvSpPr>
            <p:cNvPr id="13" name="Freeform: Shape 38">
              <a:extLst>
                <a:ext uri="{FF2B5EF4-FFF2-40B4-BE49-F238E27FC236}">
                  <a16:creationId xmlns:a16="http://schemas.microsoft.com/office/drawing/2014/main" id="{955FC3D1-6227-A188-CCDB-11D573FD807A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602175" y="3958416"/>
              <a:ext cx="3536330" cy="1853969"/>
            </a:xfrm>
            <a:custGeom>
              <a:avLst/>
              <a:gdLst>
                <a:gd name="connsiteX0" fmla="*/ 3536330 w 3536330"/>
                <a:gd name="connsiteY0" fmla="*/ 1853969 h 1853969"/>
                <a:gd name="connsiteX1" fmla="*/ 1682362 w 3536330"/>
                <a:gd name="connsiteY1" fmla="*/ 0 h 1853969"/>
                <a:gd name="connsiteX2" fmla="*/ 52157 w 3536330"/>
                <a:gd name="connsiteY2" fmla="*/ 970257 h 1853969"/>
                <a:gd name="connsiteX3" fmla="*/ 0 w 3536330"/>
                <a:gd name="connsiteY3" fmla="*/ 1078528 h 1853969"/>
                <a:gd name="connsiteX4" fmla="*/ 757215 w 3536330"/>
                <a:gd name="connsiteY4" fmla="*/ 1835743 h 1853969"/>
                <a:gd name="connsiteX5" fmla="*/ 774211 w 3536330"/>
                <a:gd name="connsiteY5" fmla="*/ 1667149 h 1853969"/>
                <a:gd name="connsiteX6" fmla="*/ 1682362 w 3536330"/>
                <a:gd name="connsiteY6" fmla="*/ 926985 h 1853969"/>
                <a:gd name="connsiteX7" fmla="*/ 2609345 w 3536330"/>
                <a:gd name="connsiteY7" fmla="*/ 1853969 h 1853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36330" h="1853969">
                  <a:moveTo>
                    <a:pt x="3536330" y="1853969"/>
                  </a:moveTo>
                  <a:cubicBezTo>
                    <a:pt x="3536330" y="830051"/>
                    <a:pt x="2706280" y="0"/>
                    <a:pt x="1682362" y="0"/>
                  </a:cubicBezTo>
                  <a:cubicBezTo>
                    <a:pt x="978418" y="0"/>
                    <a:pt x="366107" y="392328"/>
                    <a:pt x="52157" y="970257"/>
                  </a:cubicBezTo>
                  <a:lnTo>
                    <a:pt x="0" y="1078528"/>
                  </a:lnTo>
                  <a:lnTo>
                    <a:pt x="757215" y="1835743"/>
                  </a:lnTo>
                  <a:lnTo>
                    <a:pt x="774211" y="1667149"/>
                  </a:lnTo>
                  <a:cubicBezTo>
                    <a:pt x="860649" y="1244739"/>
                    <a:pt x="1234397" y="926985"/>
                    <a:pt x="1682362" y="926985"/>
                  </a:cubicBezTo>
                  <a:cubicBezTo>
                    <a:pt x="2194320" y="926985"/>
                    <a:pt x="2609345" y="1342010"/>
                    <a:pt x="2609345" y="1853969"/>
                  </a:cubicBezTo>
                  <a:close/>
                </a:path>
              </a:pathLst>
            </a:custGeom>
            <a:gradFill flip="none" rotWithShape="1">
              <a:gsLst>
                <a:gs pos="97000">
                  <a:schemeClr val="bg2"/>
                </a:gs>
                <a:gs pos="31000">
                  <a:schemeClr val="bg2">
                    <a:lumMod val="90000"/>
                    <a:lumOff val="10000"/>
                  </a:schemeClr>
                </a:gs>
              </a:gsLst>
              <a:lin ang="15000000" scaled="0"/>
              <a:tileRect/>
            </a:gradFill>
            <a:ln>
              <a:noFill/>
            </a:ln>
            <a:effectLst>
              <a:innerShdw blurRad="355600" dist="101600" dir="16200000">
                <a:schemeClr val="accent1">
                  <a:lumMod val="60000"/>
                  <a:lumOff val="40000"/>
                  <a:alpha val="8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E6BE70E-C41E-449D-A48C-4EB6BB7DC20D}"/>
                </a:ext>
              </a:extLst>
            </p:cNvPr>
            <p:cNvGrpSpPr/>
            <p:nvPr/>
          </p:nvGrpSpPr>
          <p:grpSpPr>
            <a:xfrm>
              <a:off x="4541453" y="3199533"/>
              <a:ext cx="3478701" cy="2615018"/>
              <a:chOff x="-481151" y="3199533"/>
              <a:chExt cx="3478701" cy="2615018"/>
            </a:xfrm>
          </p:grpSpPr>
          <p:sp>
            <p:nvSpPr>
              <p:cNvPr id="15" name="Freeform: Shape 32">
                <a:extLst>
                  <a:ext uri="{FF2B5EF4-FFF2-40B4-BE49-F238E27FC236}">
                    <a16:creationId xmlns:a16="http://schemas.microsoft.com/office/drawing/2014/main" id="{B7C0B12B-49BE-7855-18FB-8583C8DD9617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 rot="18900000" flipV="1">
                <a:off x="-481151" y="3649708"/>
                <a:ext cx="3478701" cy="2164843"/>
              </a:xfrm>
              <a:custGeom>
                <a:avLst/>
                <a:gdLst>
                  <a:gd name="connsiteX0" fmla="*/ 3478701 w 3478701"/>
                  <a:gd name="connsiteY0" fmla="*/ 2164843 h 2164843"/>
                  <a:gd name="connsiteX1" fmla="*/ 1624733 w 3478701"/>
                  <a:gd name="connsiteY1" fmla="*/ 0 h 2164843"/>
                  <a:gd name="connsiteX2" fmla="*/ 87393 w 3478701"/>
                  <a:gd name="connsiteY2" fmla="*/ 954459 h 2164843"/>
                  <a:gd name="connsiteX3" fmla="*/ 0 w 3478701"/>
                  <a:gd name="connsiteY3" fmla="*/ 1122434 h 2164843"/>
                  <a:gd name="connsiteX4" fmla="*/ 736015 w 3478701"/>
                  <a:gd name="connsiteY4" fmla="*/ 1858449 h 2164843"/>
                  <a:gd name="connsiteX5" fmla="*/ 739424 w 3478701"/>
                  <a:gd name="connsiteY5" fmla="*/ 1842964 h 2164843"/>
                  <a:gd name="connsiteX6" fmla="*/ 1624733 w 3478701"/>
                  <a:gd name="connsiteY6" fmla="*/ 1082422 h 2164843"/>
                  <a:gd name="connsiteX7" fmla="*/ 2551716 w 3478701"/>
                  <a:gd name="connsiteY7" fmla="*/ 2164843 h 2164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8701" h="2164843">
                    <a:moveTo>
                      <a:pt x="3478701" y="2164843"/>
                    </a:moveTo>
                    <a:cubicBezTo>
                      <a:pt x="3478701" y="969234"/>
                      <a:pt x="2648651" y="0"/>
                      <a:pt x="1624733" y="0"/>
                    </a:cubicBezTo>
                    <a:cubicBezTo>
                      <a:pt x="984784" y="0"/>
                      <a:pt x="420564" y="378607"/>
                      <a:pt x="87393" y="954459"/>
                    </a:cubicBezTo>
                    <a:lnTo>
                      <a:pt x="0" y="1122434"/>
                    </a:lnTo>
                    <a:lnTo>
                      <a:pt x="736015" y="1858449"/>
                    </a:lnTo>
                    <a:lnTo>
                      <a:pt x="739424" y="1842964"/>
                    </a:lnTo>
                    <a:cubicBezTo>
                      <a:pt x="856791" y="1402344"/>
                      <a:pt x="1208766" y="1082422"/>
                      <a:pt x="1624733" y="1082422"/>
                    </a:cubicBezTo>
                    <a:cubicBezTo>
                      <a:pt x="2136692" y="1082422"/>
                      <a:pt x="2551716" y="1567038"/>
                      <a:pt x="2551716" y="2164843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  <a:lumOff val="50000"/>
                  <a:alpha val="40000"/>
                </a:schemeClr>
              </a:solidFill>
              <a:ln>
                <a:noFill/>
              </a:ln>
              <a:effectLst>
                <a:softEdge rad="381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67C78A37-D378-70D3-D6E3-AB9400EB583E}"/>
                  </a:ext>
                </a:extLst>
              </p:cNvPr>
              <p:cNvSpPr/>
              <p:nvPr userDrawn="1"/>
            </p:nvSpPr>
            <p:spPr>
              <a:xfrm rot="13500000" flipV="1">
                <a:off x="1512277" y="2840042"/>
                <a:ext cx="214196" cy="933178"/>
              </a:xfrm>
              <a:prstGeom prst="ellipse">
                <a:avLst/>
              </a:prstGeom>
              <a:solidFill>
                <a:schemeClr val="bg2">
                  <a:lumMod val="90000"/>
                  <a:lumOff val="10000"/>
                </a:schemeClr>
              </a:solidFill>
              <a:ln>
                <a:noFill/>
              </a:ln>
              <a:effectLst>
                <a:innerShdw blurRad="1270000" dist="2540000">
                  <a:schemeClr val="accent1">
                    <a:lumMod val="60000"/>
                    <a:lumOff val="40000"/>
                    <a:alpha val="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2491172-466F-19CC-B639-A1C3CAB1D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690545" y="4100655"/>
            <a:ext cx="1335600" cy="1262947"/>
            <a:chOff x="10145015" y="2343978"/>
            <a:chExt cx="1335600" cy="1262947"/>
          </a:xfrm>
        </p:grpSpPr>
        <p:sp>
          <p:nvSpPr>
            <p:cNvPr id="18" name="Freeform: Shape 25">
              <a:extLst>
                <a:ext uri="{FF2B5EF4-FFF2-40B4-BE49-F238E27FC236}">
                  <a16:creationId xmlns:a16="http://schemas.microsoft.com/office/drawing/2014/main" id="{45EC885D-265C-397B-5DAF-57A66CDA30B5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3601DB21-D937-2F89-DC26-063DFC7800C8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2076535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0863" y="4045464"/>
            <a:ext cx="11115355" cy="2286000"/>
          </a:xfrm>
        </p:spPr>
        <p:txBody>
          <a:bodyPr anchor="ctr">
            <a:noAutofit/>
          </a:bodyPr>
          <a:lstStyle>
            <a:lvl1pPr algn="l">
              <a:defRPr sz="5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4594"/>
            <a:ext cx="12192000" cy="3771878"/>
          </a:xfrm>
        </p:spPr>
        <p:txBody>
          <a:bodyPr>
            <a:no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7BF9F63-86BE-5515-AD3C-59481B3FF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225773" y="385222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32996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C87E98C0-6053-9701-92D0-4EF9ADBC5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9063019" y="746716"/>
            <a:ext cx="3597052" cy="2615018"/>
            <a:chOff x="4541453" y="3199533"/>
            <a:chExt cx="3597052" cy="2615018"/>
          </a:xfrm>
        </p:grpSpPr>
        <p:sp>
          <p:nvSpPr>
            <p:cNvPr id="8" name="Freeform: Shape 38">
              <a:extLst>
                <a:ext uri="{FF2B5EF4-FFF2-40B4-BE49-F238E27FC236}">
                  <a16:creationId xmlns:a16="http://schemas.microsoft.com/office/drawing/2014/main" id="{C32B1A1D-760B-9D3D-A869-E50FC962A629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602175" y="3958416"/>
              <a:ext cx="3536330" cy="1853969"/>
            </a:xfrm>
            <a:custGeom>
              <a:avLst/>
              <a:gdLst>
                <a:gd name="connsiteX0" fmla="*/ 3536330 w 3536330"/>
                <a:gd name="connsiteY0" fmla="*/ 1853969 h 1853969"/>
                <a:gd name="connsiteX1" fmla="*/ 1682362 w 3536330"/>
                <a:gd name="connsiteY1" fmla="*/ 0 h 1853969"/>
                <a:gd name="connsiteX2" fmla="*/ 52157 w 3536330"/>
                <a:gd name="connsiteY2" fmla="*/ 970257 h 1853969"/>
                <a:gd name="connsiteX3" fmla="*/ 0 w 3536330"/>
                <a:gd name="connsiteY3" fmla="*/ 1078528 h 1853969"/>
                <a:gd name="connsiteX4" fmla="*/ 757215 w 3536330"/>
                <a:gd name="connsiteY4" fmla="*/ 1835743 h 1853969"/>
                <a:gd name="connsiteX5" fmla="*/ 774211 w 3536330"/>
                <a:gd name="connsiteY5" fmla="*/ 1667149 h 1853969"/>
                <a:gd name="connsiteX6" fmla="*/ 1682362 w 3536330"/>
                <a:gd name="connsiteY6" fmla="*/ 926985 h 1853969"/>
                <a:gd name="connsiteX7" fmla="*/ 2609345 w 3536330"/>
                <a:gd name="connsiteY7" fmla="*/ 1853969 h 1853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36330" h="1853969">
                  <a:moveTo>
                    <a:pt x="3536330" y="1853969"/>
                  </a:moveTo>
                  <a:cubicBezTo>
                    <a:pt x="3536330" y="830051"/>
                    <a:pt x="2706280" y="0"/>
                    <a:pt x="1682362" y="0"/>
                  </a:cubicBezTo>
                  <a:cubicBezTo>
                    <a:pt x="978418" y="0"/>
                    <a:pt x="366107" y="392328"/>
                    <a:pt x="52157" y="970257"/>
                  </a:cubicBezTo>
                  <a:lnTo>
                    <a:pt x="0" y="1078528"/>
                  </a:lnTo>
                  <a:lnTo>
                    <a:pt x="757215" y="1835743"/>
                  </a:lnTo>
                  <a:lnTo>
                    <a:pt x="774211" y="1667149"/>
                  </a:lnTo>
                  <a:cubicBezTo>
                    <a:pt x="860649" y="1244739"/>
                    <a:pt x="1234397" y="926985"/>
                    <a:pt x="1682362" y="926985"/>
                  </a:cubicBezTo>
                  <a:cubicBezTo>
                    <a:pt x="2194320" y="926985"/>
                    <a:pt x="2609345" y="1342010"/>
                    <a:pt x="2609345" y="1853969"/>
                  </a:cubicBezTo>
                  <a:close/>
                </a:path>
              </a:pathLst>
            </a:custGeom>
            <a:gradFill flip="none" rotWithShape="1">
              <a:gsLst>
                <a:gs pos="97000">
                  <a:schemeClr val="bg2"/>
                </a:gs>
                <a:gs pos="31000">
                  <a:schemeClr val="bg2">
                    <a:lumMod val="90000"/>
                    <a:lumOff val="10000"/>
                  </a:schemeClr>
                </a:gs>
              </a:gsLst>
              <a:lin ang="15000000" scaled="0"/>
              <a:tileRect/>
            </a:gradFill>
            <a:ln>
              <a:noFill/>
            </a:ln>
            <a:effectLst>
              <a:innerShdw blurRad="355600" dist="101600" dir="16200000">
                <a:schemeClr val="accent1">
                  <a:lumMod val="60000"/>
                  <a:lumOff val="40000"/>
                  <a:alpha val="8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D02EF78B-5BDF-8632-B9B1-087DB042EEC7}"/>
                </a:ext>
              </a:extLst>
            </p:cNvPr>
            <p:cNvGrpSpPr/>
            <p:nvPr/>
          </p:nvGrpSpPr>
          <p:grpSpPr>
            <a:xfrm>
              <a:off x="4541453" y="3199533"/>
              <a:ext cx="3478701" cy="2615018"/>
              <a:chOff x="-481151" y="3199533"/>
              <a:chExt cx="3478701" cy="2615018"/>
            </a:xfrm>
          </p:grpSpPr>
          <p:sp>
            <p:nvSpPr>
              <p:cNvPr id="10" name="Freeform: Shape 32">
                <a:extLst>
                  <a:ext uri="{FF2B5EF4-FFF2-40B4-BE49-F238E27FC236}">
                    <a16:creationId xmlns:a16="http://schemas.microsoft.com/office/drawing/2014/main" id="{5C54B3E8-515B-0865-9321-DB3793A62240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 rot="18900000" flipV="1">
                <a:off x="-481151" y="3649708"/>
                <a:ext cx="3478701" cy="2164843"/>
              </a:xfrm>
              <a:custGeom>
                <a:avLst/>
                <a:gdLst>
                  <a:gd name="connsiteX0" fmla="*/ 3478701 w 3478701"/>
                  <a:gd name="connsiteY0" fmla="*/ 2164843 h 2164843"/>
                  <a:gd name="connsiteX1" fmla="*/ 1624733 w 3478701"/>
                  <a:gd name="connsiteY1" fmla="*/ 0 h 2164843"/>
                  <a:gd name="connsiteX2" fmla="*/ 87393 w 3478701"/>
                  <a:gd name="connsiteY2" fmla="*/ 954459 h 2164843"/>
                  <a:gd name="connsiteX3" fmla="*/ 0 w 3478701"/>
                  <a:gd name="connsiteY3" fmla="*/ 1122434 h 2164843"/>
                  <a:gd name="connsiteX4" fmla="*/ 736015 w 3478701"/>
                  <a:gd name="connsiteY4" fmla="*/ 1858449 h 2164843"/>
                  <a:gd name="connsiteX5" fmla="*/ 739424 w 3478701"/>
                  <a:gd name="connsiteY5" fmla="*/ 1842964 h 2164843"/>
                  <a:gd name="connsiteX6" fmla="*/ 1624733 w 3478701"/>
                  <a:gd name="connsiteY6" fmla="*/ 1082422 h 2164843"/>
                  <a:gd name="connsiteX7" fmla="*/ 2551716 w 3478701"/>
                  <a:gd name="connsiteY7" fmla="*/ 2164843 h 2164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8701" h="2164843">
                    <a:moveTo>
                      <a:pt x="3478701" y="2164843"/>
                    </a:moveTo>
                    <a:cubicBezTo>
                      <a:pt x="3478701" y="969234"/>
                      <a:pt x="2648651" y="0"/>
                      <a:pt x="1624733" y="0"/>
                    </a:cubicBezTo>
                    <a:cubicBezTo>
                      <a:pt x="984784" y="0"/>
                      <a:pt x="420564" y="378607"/>
                      <a:pt x="87393" y="954459"/>
                    </a:cubicBezTo>
                    <a:lnTo>
                      <a:pt x="0" y="1122434"/>
                    </a:lnTo>
                    <a:lnTo>
                      <a:pt x="736015" y="1858449"/>
                    </a:lnTo>
                    <a:lnTo>
                      <a:pt x="739424" y="1842964"/>
                    </a:lnTo>
                    <a:cubicBezTo>
                      <a:pt x="856791" y="1402344"/>
                      <a:pt x="1208766" y="1082422"/>
                      <a:pt x="1624733" y="1082422"/>
                    </a:cubicBezTo>
                    <a:cubicBezTo>
                      <a:pt x="2136692" y="1082422"/>
                      <a:pt x="2551716" y="1567038"/>
                      <a:pt x="2551716" y="2164843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  <a:lumOff val="50000"/>
                  <a:alpha val="40000"/>
                </a:schemeClr>
              </a:solidFill>
              <a:ln>
                <a:noFill/>
              </a:ln>
              <a:effectLst>
                <a:softEdge rad="381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56E92718-2CCD-B15D-8DE5-46285BEA256B}"/>
                  </a:ext>
                </a:extLst>
              </p:cNvPr>
              <p:cNvSpPr/>
              <p:nvPr userDrawn="1"/>
            </p:nvSpPr>
            <p:spPr>
              <a:xfrm rot="13500000" flipV="1">
                <a:off x="1512277" y="2840042"/>
                <a:ext cx="214196" cy="933178"/>
              </a:xfrm>
              <a:prstGeom prst="ellipse">
                <a:avLst/>
              </a:prstGeom>
              <a:solidFill>
                <a:schemeClr val="bg2">
                  <a:lumMod val="90000"/>
                  <a:lumOff val="10000"/>
                </a:schemeClr>
              </a:solidFill>
              <a:ln>
                <a:noFill/>
              </a:ln>
              <a:effectLst>
                <a:innerShdw blurRad="1270000" dist="2540000">
                  <a:schemeClr val="accent1">
                    <a:lumMod val="60000"/>
                    <a:lumOff val="40000"/>
                    <a:alpha val="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EA0B78B-84F0-8B85-40E8-678689DC1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723112" y="5088958"/>
            <a:ext cx="1335600" cy="1262947"/>
            <a:chOff x="10145015" y="2343978"/>
            <a:chExt cx="1335600" cy="1262947"/>
          </a:xfrm>
        </p:grpSpPr>
        <p:sp>
          <p:nvSpPr>
            <p:cNvPr id="20" name="Freeform: Shape 25">
              <a:extLst>
                <a:ext uri="{FF2B5EF4-FFF2-40B4-BE49-F238E27FC236}">
                  <a16:creationId xmlns:a16="http://schemas.microsoft.com/office/drawing/2014/main" id="{2E5D7C6F-BF77-9B7D-5B12-7AF3ED280B43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FA599EE6-2673-0AD8-EAE0-45C79326015E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2" y="498474"/>
            <a:ext cx="7960421" cy="1450217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4000" dirty="0"/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1343" y="2103039"/>
            <a:ext cx="7929940" cy="3979625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6630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488315"/>
            <a:ext cx="11090274" cy="133200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EFC6ED4-22DD-0C3B-D15A-218307AB6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379261" y="2030035"/>
            <a:ext cx="1335600" cy="1262947"/>
            <a:chOff x="10145015" y="2343978"/>
            <a:chExt cx="1335600" cy="1262947"/>
          </a:xfrm>
        </p:grpSpPr>
        <p:sp>
          <p:nvSpPr>
            <p:cNvPr id="12" name="Freeform: Shape 25">
              <a:extLst>
                <a:ext uri="{FF2B5EF4-FFF2-40B4-BE49-F238E27FC236}">
                  <a16:creationId xmlns:a16="http://schemas.microsoft.com/office/drawing/2014/main" id="{E4CD0F67-4BE8-1120-FCAE-806F9E18DD58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9B74B85-E3CB-E24E-54C6-AB161411D93A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5" name="Freeform: Shape 21">
            <a:extLst>
              <a:ext uri="{FF2B5EF4-FFF2-40B4-BE49-F238E27FC236}">
                <a16:creationId xmlns:a16="http://schemas.microsoft.com/office/drawing/2014/main" id="{5781DEED-6608-D622-CA5E-C91FD8645E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4295775" y="0"/>
            <a:ext cx="360000" cy="274638"/>
          </a:xfrm>
          <a:custGeom>
            <a:avLst/>
            <a:gdLst>
              <a:gd name="connsiteX0" fmla="*/ 30714 w 360000"/>
              <a:gd name="connsiteY0" fmla="*/ 0 h 274638"/>
              <a:gd name="connsiteX1" fmla="*/ 329286 w 360000"/>
              <a:gd name="connsiteY1" fmla="*/ 0 h 274638"/>
              <a:gd name="connsiteX2" fmla="*/ 345855 w 360000"/>
              <a:gd name="connsiteY2" fmla="*/ 24574 h 274638"/>
              <a:gd name="connsiteX3" fmla="*/ 360000 w 360000"/>
              <a:gd name="connsiteY3" fmla="*/ 94638 h 274638"/>
              <a:gd name="connsiteX4" fmla="*/ 180000 w 360000"/>
              <a:gd name="connsiteY4" fmla="*/ 274638 h 274638"/>
              <a:gd name="connsiteX5" fmla="*/ 0 w 360000"/>
              <a:gd name="connsiteY5" fmla="*/ 94638 h 274638"/>
              <a:gd name="connsiteX6" fmla="*/ 14145 w 360000"/>
              <a:gd name="connsiteY6" fmla="*/ 24574 h 274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0000" h="274638">
                <a:moveTo>
                  <a:pt x="30714" y="0"/>
                </a:moveTo>
                <a:lnTo>
                  <a:pt x="329286" y="0"/>
                </a:lnTo>
                <a:lnTo>
                  <a:pt x="345855" y="24574"/>
                </a:lnTo>
                <a:cubicBezTo>
                  <a:pt x="354963" y="46109"/>
                  <a:pt x="360000" y="69785"/>
                  <a:pt x="360000" y="94638"/>
                </a:cubicBezTo>
                <a:cubicBezTo>
                  <a:pt x="360000" y="194049"/>
                  <a:pt x="279411" y="274638"/>
                  <a:pt x="180000" y="274638"/>
                </a:cubicBezTo>
                <a:cubicBezTo>
                  <a:pt x="80589" y="274638"/>
                  <a:pt x="0" y="194049"/>
                  <a:pt x="0" y="94638"/>
                </a:cubicBezTo>
                <a:cubicBezTo>
                  <a:pt x="0" y="69785"/>
                  <a:pt x="5037" y="46109"/>
                  <a:pt x="14145" y="24574"/>
                </a:cubicBezTo>
                <a:close/>
              </a:path>
            </a:pathLst>
          </a:cu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68347B7-45FA-4A01-924D-DC385B720B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0862" y="1965095"/>
            <a:ext cx="5435600" cy="399565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4B946DE-F802-2F36-2789-09D7F8604081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301305" y="1965095"/>
            <a:ext cx="5339397" cy="399565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96596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E57989ED-9663-5033-AA83-267069FC5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303845" y="5427212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9536" y="549274"/>
            <a:ext cx="5179330" cy="2841829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en-US" sz="5400" dirty="0"/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9537" y="3646704"/>
            <a:ext cx="5179330" cy="270616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spcBef>
                <a:spcPts val="1000"/>
              </a:spcBef>
              <a:buNone/>
              <a:defRPr sz="1200">
                <a:solidFill>
                  <a:schemeClr val="tx1"/>
                </a:solidFill>
              </a:defRPr>
            </a:lvl2pPr>
            <a:lvl3pPr marL="914400" indent="0">
              <a:spcBef>
                <a:spcPts val="1000"/>
              </a:spcBef>
              <a:buNone/>
              <a:defRPr sz="1200">
                <a:solidFill>
                  <a:schemeClr val="tx1"/>
                </a:solidFill>
              </a:defRPr>
            </a:lvl3pPr>
            <a:lvl4pPr marL="1371600" indent="0">
              <a:spcBef>
                <a:spcPts val="1000"/>
              </a:spcBef>
              <a:buNone/>
              <a:defRPr sz="1200">
                <a:solidFill>
                  <a:schemeClr val="tx1"/>
                </a:solidFill>
              </a:defRPr>
            </a:lvl4pPr>
            <a:lvl5pPr marL="1828800" indent="0">
              <a:spcBef>
                <a:spcPts val="1000"/>
              </a:spcBef>
              <a:buNone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5392876F-0BBD-F80A-DE7F-8831AD3BF3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26138" y="549275"/>
            <a:ext cx="5654675" cy="5788025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4E08E8E-10CB-55BC-8AFF-E64C800B9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94036" y="5610392"/>
            <a:ext cx="667802" cy="631474"/>
            <a:chOff x="10478914" y="1506691"/>
            <a:chExt cx="667802" cy="631474"/>
          </a:xfrm>
        </p:grpSpPr>
        <p:sp>
          <p:nvSpPr>
            <p:cNvPr id="10" name="Freeform: Shape 15">
              <a:extLst>
                <a:ext uri="{FF2B5EF4-FFF2-40B4-BE49-F238E27FC236}">
                  <a16:creationId xmlns:a16="http://schemas.microsoft.com/office/drawing/2014/main" id="{B439260B-AC6B-1C83-1A63-058A7E7EFCC9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ADD32DC-9BAF-DA32-4E29-A6D403E04377}"/>
                </a:ext>
              </a:extLst>
            </p:cNvPr>
            <p:cNvSpPr/>
            <p:nvPr/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0739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028302-E866-455D-8898-53623027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pPr lvl="0">
              <a:lnSpc>
                <a:spcPct val="100000"/>
              </a:lnSpc>
            </a:pPr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4E72B-F0CF-4BC4-B509-A1C4508BE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CE49D-C22F-4540-AC09-E421D2A2E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5C3BE-317E-49E8-82B5-C8A7EC9C8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74E12-6C16-431F-B2CE-E4B15916B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20587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1" r:id="rId15"/>
    <p:sldLayoutId id="2147483726" r:id="rId16"/>
    <p:sldLayoutId id="2147483728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800"/>
        </a:spcAft>
        <a:buFont typeface="Arial" panose="020B0604020202020204" pitchFamily="34" charset="0"/>
        <a:buChar char="•"/>
        <a:defRPr sz="2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2" pos="3840">
          <p15:clr>
            <a:srgbClr val="F26B43"/>
          </p15:clr>
        </p15:guide>
        <p15:guide id="33" orient="horz" pos="2160">
          <p15:clr>
            <a:srgbClr val="F26B43"/>
          </p15:clr>
        </p15:guide>
        <p15:guide id="34" pos="347">
          <p15:clr>
            <a:srgbClr val="F26B43"/>
          </p15:clr>
        </p15:guide>
        <p15:guide id="35" pos="7333">
          <p15:clr>
            <a:srgbClr val="F26B43"/>
          </p15:clr>
        </p15:guide>
        <p15:guide id="36" orient="horz" pos="346">
          <p15:clr>
            <a:srgbClr val="F26B43"/>
          </p15:clr>
        </p15:guide>
        <p15:guide id="37" orient="horz" pos="3974">
          <p15:clr>
            <a:srgbClr val="F26B43"/>
          </p15:clr>
        </p15:guide>
        <p15:guide id="38" pos="824">
          <p15:clr>
            <a:srgbClr val="A4A3A4"/>
          </p15:clr>
        </p15:guide>
        <p15:guide id="39" pos="937">
          <p15:clr>
            <a:srgbClr val="A4A3A4"/>
          </p15:clr>
        </p15:guide>
        <p15:guide id="40" pos="1413">
          <p15:clr>
            <a:srgbClr val="A4A3A4"/>
          </p15:clr>
        </p15:guide>
        <p15:guide id="41" pos="1527">
          <p15:clr>
            <a:srgbClr val="A4A3A4"/>
          </p15:clr>
        </p15:guide>
        <p15:guide id="42" pos="2003">
          <p15:clr>
            <a:srgbClr val="A4A3A4"/>
          </p15:clr>
        </p15:guide>
        <p15:guide id="43" pos="2116">
          <p15:clr>
            <a:srgbClr val="A4A3A4"/>
          </p15:clr>
        </p15:guide>
        <p15:guide id="44" pos="2593">
          <p15:clr>
            <a:srgbClr val="A4A3A4"/>
          </p15:clr>
        </p15:guide>
        <p15:guide id="45" pos="2706">
          <p15:clr>
            <a:srgbClr val="A4A3A4"/>
          </p15:clr>
        </p15:guide>
        <p15:guide id="46" pos="3182">
          <p15:clr>
            <a:srgbClr val="A4A3A4"/>
          </p15:clr>
        </p15:guide>
        <p15:guide id="47" pos="3318">
          <p15:clr>
            <a:srgbClr val="A4A3A4"/>
          </p15:clr>
        </p15:guide>
        <p15:guide id="48" pos="3772">
          <p15:clr>
            <a:srgbClr val="A4A3A4"/>
          </p15:clr>
        </p15:guide>
        <p15:guide id="49" pos="3908">
          <p15:clr>
            <a:srgbClr val="A4A3A4"/>
          </p15:clr>
        </p15:guide>
        <p15:guide id="50" pos="4362">
          <p15:clr>
            <a:srgbClr val="A4A3A4"/>
          </p15:clr>
        </p15:guide>
        <p15:guide id="51" pos="4498">
          <p15:clr>
            <a:srgbClr val="A4A3A4"/>
          </p15:clr>
        </p15:guide>
        <p15:guide id="52" pos="4951">
          <p15:clr>
            <a:srgbClr val="A4A3A4"/>
          </p15:clr>
        </p15:guide>
        <p15:guide id="53" pos="5087">
          <p15:clr>
            <a:srgbClr val="A4A3A4"/>
          </p15:clr>
        </p15:guide>
        <p15:guide id="54" pos="5541">
          <p15:clr>
            <a:srgbClr val="A4A3A4"/>
          </p15:clr>
        </p15:guide>
        <p15:guide id="55" pos="5677">
          <p15:clr>
            <a:srgbClr val="A4A3A4"/>
          </p15:clr>
        </p15:guide>
        <p15:guide id="56" pos="6153">
          <p15:clr>
            <a:srgbClr val="A4A3A4"/>
          </p15:clr>
        </p15:guide>
        <p15:guide id="57" pos="6267">
          <p15:clr>
            <a:srgbClr val="A4A3A4"/>
          </p15:clr>
        </p15:guide>
        <p15:guide id="58" pos="6743">
          <p15:clr>
            <a:srgbClr val="A4A3A4"/>
          </p15:clr>
        </p15:guide>
        <p15:guide id="59" pos="6856">
          <p15:clr>
            <a:srgbClr val="A4A3A4"/>
          </p15:clr>
        </p15:guide>
        <p15:guide id="60" orient="horz" pos="3838">
          <p15:clr>
            <a:srgbClr val="A4A3A4"/>
          </p15:clr>
        </p15:guide>
        <p15:guide id="61" orient="horz" pos="2092">
          <p15:clr>
            <a:srgbClr val="A4A3A4"/>
          </p15:clr>
        </p15:guide>
        <p15:guide id="62" orient="horz" pos="2228">
          <p15:clr>
            <a:srgbClr val="A4A3A4"/>
          </p15:clr>
        </p15:guide>
        <p15:guide id="63" orient="horz" pos="845">
          <p15:clr>
            <a:srgbClr val="A4A3A4"/>
          </p15:clr>
        </p15:guide>
        <p15:guide id="64" orient="horz" pos="958">
          <p15:clr>
            <a:srgbClr val="A4A3A4"/>
          </p15:clr>
        </p15:guide>
        <p15:guide id="65" orient="horz" pos="1480">
          <p15:clr>
            <a:srgbClr val="A4A3A4"/>
          </p15:clr>
        </p15:guide>
        <p15:guide id="66" orient="horz" pos="1593">
          <p15:clr>
            <a:srgbClr val="A4A3A4"/>
          </p15:clr>
        </p15:guide>
        <p15:guide id="67" orient="horz" pos="2727">
          <p15:clr>
            <a:srgbClr val="A4A3A4"/>
          </p15:clr>
        </p15:guide>
        <p15:guide id="68" orient="horz" pos="2840">
          <p15:clr>
            <a:srgbClr val="A4A3A4"/>
          </p15:clr>
        </p15:guide>
        <p15:guide id="69" orient="horz" pos="3339">
          <p15:clr>
            <a:srgbClr val="A4A3A4"/>
          </p15:clr>
        </p15:guide>
        <p15:guide id="70" orient="horz" pos="347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12" Type="http://schemas.openxmlformats.org/officeDocument/2006/relationships/image" Target="../media/image4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6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Freeform: Shape 112">
            <a:extLst>
              <a:ext uri="{FF2B5EF4-FFF2-40B4-BE49-F238E27FC236}">
                <a16:creationId xmlns:a16="http://schemas.microsoft.com/office/drawing/2014/main" id="{82184FF4-7029-4ED7-813A-192E6060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12445" y="481888"/>
            <a:ext cx="1080000" cy="1262947"/>
          </a:xfrm>
          <a:custGeom>
            <a:avLst/>
            <a:gdLst/>
            <a:ahLst/>
            <a:cxnLst/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34" name="Oval 114">
            <a:extLst>
              <a:ext uri="{FF2B5EF4-FFF2-40B4-BE49-F238E27FC236}">
                <a16:creationId xmlns:a16="http://schemas.microsoft.com/office/drawing/2014/main" id="{AAA7AB09-557C-41AD-9113-FF9F68FA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35" name="Oval 116">
            <a:extLst>
              <a:ext uri="{FF2B5EF4-FFF2-40B4-BE49-F238E27FC236}">
                <a16:creationId xmlns:a16="http://schemas.microsoft.com/office/drawing/2014/main" id="{EF99ECAA-1F11-4937-BBA6-51935AB4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36" name="Group 118">
            <a:extLst>
              <a:ext uri="{FF2B5EF4-FFF2-40B4-BE49-F238E27FC236}">
                <a16:creationId xmlns:a16="http://schemas.microsoft.com/office/drawing/2014/main" id="{79DE9FAB-6BBA-4CFE-B67D-77B47F01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137" name="Freeform: Shape 119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Freeform: Shape 120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9" name="Oval 121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0" name="Oval 122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 useBgFill="1">
        <p:nvSpPr>
          <p:cNvPr id="141" name="Rectangle 124">
            <a:extLst>
              <a:ext uri="{FF2B5EF4-FFF2-40B4-BE49-F238E27FC236}">
                <a16:creationId xmlns:a16="http://schemas.microsoft.com/office/drawing/2014/main" id="{1DB043B4-68C6-45B9-82AC-A5800EAD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תמונה 6" descr="תמונה שמכילה צילום מסך, משחק מחשב, מעגל חשמלי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5D6B25A9-C2DB-D14B-B576-5D59A9C636C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 l="27387" r="17350"/>
          <a:stretch>
            <a:fillRect/>
          </a:stretch>
        </p:blipFill>
        <p:spPr>
          <a:xfrm>
            <a:off x="5624910" y="-122159"/>
            <a:ext cx="6567090" cy="6948805"/>
          </a:xfrm>
          <a:custGeom>
            <a:avLst/>
            <a:gdLst/>
            <a:ahLst/>
            <a:cxnLst/>
            <a:rect l="l" t="t" r="r" b="b"/>
            <a:pathLst>
              <a:path w="6922273" h="6858000">
                <a:moveTo>
                  <a:pt x="0" y="0"/>
                </a:moveTo>
                <a:lnTo>
                  <a:pt x="6922273" y="0"/>
                </a:lnTo>
                <a:lnTo>
                  <a:pt x="6922273" y="6858000"/>
                </a:lnTo>
                <a:lnTo>
                  <a:pt x="0" y="6858000"/>
                </a:lnTo>
                <a:close/>
              </a:path>
            </a:pathLst>
          </a:custGeom>
          <a:effectLst>
            <a:softEdge rad="0"/>
          </a:effectLst>
        </p:spPr>
      </p:pic>
      <p:pic>
        <p:nvPicPr>
          <p:cNvPr id="8" name="Picture Placeholder 13" descr="Data points digital background">
            <a:extLst>
              <a:ext uri="{FF2B5EF4-FFF2-40B4-BE49-F238E27FC236}">
                <a16:creationId xmlns:a16="http://schemas.microsoft.com/office/drawing/2014/main" id="{53227D59-33F9-9DDB-1C5C-A938A989EE5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93" r="16446" b="1"/>
          <a:stretch>
            <a:fillRect/>
          </a:stretch>
        </p:blipFill>
        <p:spPr>
          <a:xfrm>
            <a:off x="-89391" y="0"/>
            <a:ext cx="5714301" cy="6805864"/>
          </a:xfrm>
          <a:custGeom>
            <a:avLst/>
            <a:gdLst/>
            <a:ahLst/>
            <a:cxnLst/>
            <a:rect l="l" t="t" r="r" b="b"/>
            <a:pathLst>
              <a:path w="5264925" h="6858000">
                <a:moveTo>
                  <a:pt x="0" y="0"/>
                </a:moveTo>
                <a:lnTo>
                  <a:pt x="5264925" y="0"/>
                </a:lnTo>
                <a:lnTo>
                  <a:pt x="526492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42" name="Rectangle 126">
            <a:extLst>
              <a:ext uri="{FF2B5EF4-FFF2-40B4-BE49-F238E27FC236}">
                <a16:creationId xmlns:a16="http://schemas.microsoft.com/office/drawing/2014/main" id="{3C64A91D-E535-4C24-A0E3-96A3810E3F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90000">
                <a:schemeClr val="bg2">
                  <a:alpha val="60000"/>
                </a:schemeClr>
              </a:gs>
              <a:gs pos="28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2F4EFDA1-D91C-90DF-000D-E4C7F8D03FE7}"/>
              </a:ext>
            </a:extLst>
          </p:cNvPr>
          <p:cNvSpPr txBox="1">
            <a:spLocks/>
          </p:cNvSpPr>
          <p:nvPr/>
        </p:nvSpPr>
        <p:spPr>
          <a:xfrm>
            <a:off x="0" y="4615939"/>
            <a:ext cx="5437187" cy="2265216"/>
          </a:xfrm>
          <a:prstGeom prst="rect">
            <a:avLst/>
          </a:prstGeom>
        </p:spPr>
        <p:txBody>
          <a:bodyPr vert="horz" wrap="square" lIns="0" tIns="0" rIns="0" bIns="0" rtlCol="0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>
              <a:spcBef>
                <a:spcPts val="0"/>
              </a:spcBef>
              <a:buClr>
                <a:schemeClr val="lt1"/>
              </a:buClr>
              <a:buSzPts val="1600"/>
            </a:pPr>
            <a:r>
              <a:rPr lang="en-US" sz="2400" b="1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By Lior </a:t>
            </a:r>
            <a:r>
              <a:rPr lang="en-US" sz="2400" b="1" dirty="0" err="1">
                <a:solidFill>
                  <a:schemeClr val="lt1"/>
                </a:solidFill>
              </a:rPr>
              <a:t>Yanwo</a:t>
            </a:r>
            <a:r>
              <a:rPr lang="en-US" sz="2400" b="1" dirty="0">
                <a:solidFill>
                  <a:schemeClr val="lt1"/>
                </a:solidFill>
              </a:rPr>
              <a:t>, </a:t>
            </a:r>
            <a:r>
              <a:rPr lang="en-US" sz="2400" b="1" dirty="0">
                <a:solidFill>
                  <a:schemeClr val="lt1"/>
                </a:solidFill>
                <a:ea typeface="Arial"/>
                <a:cs typeface="Arial"/>
                <a:sym typeface="Arial"/>
              </a:rPr>
              <a:t>Kiril Litvin,          Stas </a:t>
            </a:r>
            <a:r>
              <a:rPr lang="en-US" sz="2400" b="1" dirty="0" err="1">
                <a:solidFill>
                  <a:schemeClr val="lt1"/>
                </a:solidFill>
                <a:ea typeface="Arial"/>
                <a:cs typeface="Arial"/>
                <a:sym typeface="Arial"/>
              </a:rPr>
              <a:t>Shubaev</a:t>
            </a:r>
            <a:endParaRPr lang="en-US" sz="2400" dirty="0"/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10047101-8D42-6100-9CEA-AEC0FAEAB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083" y="438790"/>
            <a:ext cx="4624388" cy="3641725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en-US" sz="50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ParkScope</a:t>
            </a:r>
            <a:r>
              <a:rPr lang="en-US" sz="5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br>
              <a:rPr lang="en-US" sz="5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5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Empty Parking Space Detection</a:t>
            </a:r>
            <a:endParaRPr lang="en-US" sz="5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03092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roup 100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 useBgFill="1">
        <p:nvSpPr>
          <p:cNvPr id="107" name="Rectangle 106">
            <a:extLst>
              <a:ext uri="{FF2B5EF4-FFF2-40B4-BE49-F238E27FC236}">
                <a16:creationId xmlns:a16="http://schemas.microsoft.com/office/drawing/2014/main" id="{A5931BE0-4B93-4D6C-878E-ACC59D6B4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D5BE93-0252-3CC3-B567-14EC47EB8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80363"/>
            <a:ext cx="5437188" cy="1333055"/>
          </a:xfrm>
        </p:spPr>
        <p:txBody>
          <a:bodyPr vert="horz" wrap="square" lIns="0" tIns="0" rIns="0" bIns="0" rtlCol="0" anchor="t" anchorCtr="0">
            <a:normAutofit/>
          </a:bodyPr>
          <a:lstStyle/>
          <a:p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ParkScope – Interim Project Review</a:t>
            </a:r>
          </a:p>
        </p:txBody>
      </p: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11F8F457-0192-4F9A-9EEF-D784521FAC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102932" y="412017"/>
            <a:ext cx="667800" cy="631474"/>
            <a:chOff x="8069541" y="1262702"/>
            <a:chExt cx="667800" cy="631474"/>
          </a:xfrm>
        </p:grpSpPr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811A27EA-330C-4F31-9051-19CBAE9788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>
              <a:off x="8069541" y="1262702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10200000" scaled="0"/>
            </a:gradFill>
            <a:ln>
              <a:noFill/>
            </a:ln>
            <a:effectLst>
              <a:innerShdw blurRad="127000" dist="50800" dir="42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786FC59F-EC76-4A7A-AF75-507FBE3B5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8332341" y="1436239"/>
              <a:ext cx="270000" cy="540000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5" name="תמונה 4" descr="תמונה שמכילה בחוץ, רכב, רכב יבשה, עץ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B7BD1D41-DACD-6D64-9B3C-3B2E92E995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924" r="-2" b="-2"/>
          <a:stretch>
            <a:fillRect/>
          </a:stretch>
        </p:blipFill>
        <p:spPr>
          <a:xfrm>
            <a:off x="550863" y="2253006"/>
            <a:ext cx="5421432" cy="3836979"/>
          </a:xfrm>
          <a:custGeom>
            <a:avLst/>
            <a:gdLst/>
            <a:ahLst/>
            <a:cxnLst/>
            <a:rect l="l" t="t" r="r" b="b"/>
            <a:pathLst>
              <a:path w="5773738" h="3779838">
                <a:moveTo>
                  <a:pt x="0" y="0"/>
                </a:moveTo>
                <a:lnTo>
                  <a:pt x="5773738" y="0"/>
                </a:lnTo>
                <a:lnTo>
                  <a:pt x="5773738" y="3779838"/>
                </a:lnTo>
                <a:lnTo>
                  <a:pt x="0" y="3779838"/>
                </a:lnTo>
                <a:close/>
              </a:path>
            </a:pathLst>
          </a:custGeom>
        </p:spPr>
      </p:pic>
      <p:sp>
        <p:nvSpPr>
          <p:cNvPr id="51" name="Rectangle 2">
            <a:extLst>
              <a:ext uri="{FF2B5EF4-FFF2-40B4-BE49-F238E27FC236}">
                <a16:creationId xmlns:a16="http://schemas.microsoft.com/office/drawing/2014/main" id="{16F66A59-75E5-4CF4-9AD5-ADCA90FE6BD2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6175025" y="1244338"/>
            <a:ext cx="5612086" cy="530008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rmAutofit lnSpcReduction="10000"/>
          </a:bodyPr>
          <a:lstStyle/>
          <a:p>
            <a:pPr marL="0" marR="0" lvl="0" indent="-228600" fontAlgn="base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1" u="sng" strike="noStrike" cap="none" normalizeH="0" baseline="0" dirty="0">
                <a:ln>
                  <a:noFill/>
                </a:ln>
                <a:solidFill>
                  <a:schemeClr val="tx1">
                    <a:alpha val="60000"/>
                  </a:schemeClr>
                </a:solidFill>
                <a:effectLst/>
              </a:rPr>
              <a:t>Motivation: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>
                    <a:alpha val="60000"/>
                  </a:schemeClr>
                </a:solidFill>
                <a:effectLst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>
                    <a:alpha val="60000"/>
                  </a:schemeClr>
                </a:solidFill>
                <a:effectLst/>
              </a:rPr>
              <a:t>We propose a vision-based ADAS system for real-time detection of empty curbside parking spaces in urban environments.</a:t>
            </a:r>
          </a:p>
          <a:p>
            <a:pPr marR="0" lvl="0" indent="-228600" fontAlgn="base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>
                  <a:alpha val="60000"/>
                </a:schemeClr>
              </a:solidFill>
              <a:effectLst/>
            </a:endParaRPr>
          </a:p>
          <a:p>
            <a:pPr marR="0" lvl="0" indent="-228600" fontAlgn="base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1" u="sng" strike="noStrike" cap="none" normalizeH="0" baseline="0" dirty="0">
                <a:ln>
                  <a:noFill/>
                </a:ln>
                <a:solidFill>
                  <a:schemeClr val="tx1">
                    <a:alpha val="60000"/>
                  </a:schemeClr>
                </a:solidFill>
                <a:effectLst/>
              </a:rPr>
              <a:t>Task Definition: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>
                    <a:alpha val="60000"/>
                  </a:schemeClr>
                </a:solidFill>
                <a:effectLst/>
              </a:rPr>
            </a:b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>
                    <a:alpha val="60000"/>
                  </a:schemeClr>
                </a:solidFill>
                <a:effectLst/>
              </a:rPr>
              <a:t>Input: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>
                    <a:alpha val="60000"/>
                  </a:schemeClr>
                </a:solidFill>
                <a:effectLst/>
              </a:rPr>
              <a:t> Real-time street-level camera image.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>
                    <a:alpha val="60000"/>
                  </a:schemeClr>
                </a:solidFill>
                <a:effectLst/>
              </a:rPr>
            </a:b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>
                    <a:alpha val="60000"/>
                  </a:schemeClr>
                </a:solidFill>
                <a:effectLst/>
              </a:rPr>
              <a:t>Output: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>
                    <a:alpha val="60000"/>
                  </a:schemeClr>
                </a:solidFill>
                <a:effectLst/>
              </a:rPr>
              <a:t> Number</a:t>
            </a:r>
            <a:r>
              <a:rPr lang="en-US" altLang="en-US" sz="1600" dirty="0">
                <a:solidFill>
                  <a:schemeClr val="tx1">
                    <a:alpha val="60000"/>
                  </a:schemeClr>
                </a:solidFill>
              </a:rPr>
              <a:t>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>
                    <a:alpha val="60000"/>
                  </a:schemeClr>
                </a:solidFill>
                <a:effectLst/>
              </a:rPr>
              <a:t> of empty street parking slots.</a:t>
            </a:r>
          </a:p>
          <a:p>
            <a:pPr marR="0" lvl="0" indent="-228600" fontAlgn="base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>
                  <a:alpha val="60000"/>
                </a:schemeClr>
              </a:solidFill>
              <a:effectLst/>
            </a:endParaRPr>
          </a:p>
          <a:p>
            <a:pPr marR="0" lvl="0" indent="-228600" fontAlgn="base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1" u="sng" strike="noStrike" cap="none" normalizeH="0" baseline="0" dirty="0">
                <a:ln>
                  <a:noFill/>
                </a:ln>
                <a:solidFill>
                  <a:schemeClr val="tx1">
                    <a:alpha val="60000"/>
                  </a:schemeClr>
                </a:solidFill>
                <a:effectLst/>
              </a:rPr>
              <a:t>What Changed Since Week 5:</a:t>
            </a:r>
          </a:p>
          <a:p>
            <a:pPr marL="57150" marR="0" lvl="0" indent="-228600" fontAlgn="base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>
                    <a:alpha val="60000"/>
                  </a:schemeClr>
                </a:solidFill>
                <a:effectLst/>
              </a:rPr>
              <a:t>Shifted from parking “difficulty scoring” to empty-space detection </a:t>
            </a:r>
            <a:r>
              <a:rPr lang="en-US" altLang="en-US" sz="1600" dirty="0">
                <a:solidFill>
                  <a:schemeClr val="tx1">
                    <a:alpha val="60000"/>
                  </a:schemeClr>
                </a:solidFill>
              </a:rPr>
              <a:t>is a main and     only output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>
                  <a:alpha val="60000"/>
                </a:schemeClr>
              </a:solidFill>
              <a:effectLst/>
            </a:endParaRPr>
          </a:p>
          <a:p>
            <a:pPr marL="57150" marR="0" lvl="0" indent="-228600" fontAlgn="base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>
                    <a:alpha val="60000"/>
                  </a:schemeClr>
                </a:solidFill>
                <a:effectLst/>
              </a:rPr>
              <a:t>Removed unnecessary models such as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>
                    <a:alpha val="60000"/>
                  </a:schemeClr>
                </a:solidFill>
                <a:effectLst/>
              </a:rPr>
              <a:t>ResNet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>
                    <a:alpha val="60000"/>
                  </a:schemeClr>
                </a:solidFill>
                <a:effectLst/>
              </a:rPr>
              <a:t> and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>
                    <a:alpha val="60000"/>
                  </a:schemeClr>
                </a:solidFill>
                <a:effectLst/>
              </a:rPr>
              <a:t>ViT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>
                    <a:alpha val="60000"/>
                  </a:schemeClr>
                </a:solidFill>
                <a:effectLst/>
              </a:rPr>
              <a:t> to simplify the pipeline.</a:t>
            </a:r>
          </a:p>
          <a:p>
            <a:pPr marR="0" lvl="0" indent="-228600" fontAlgn="base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>
                  <a:alpha val="60000"/>
                </a:schemeClr>
              </a:solidFill>
              <a:effectLst/>
            </a:endParaRPr>
          </a:p>
          <a:p>
            <a:pPr marR="0" lvl="0" indent="-228600" fontAlgn="base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1" u="sng" strike="noStrike" cap="none" normalizeH="0" baseline="0" dirty="0">
                <a:ln>
                  <a:noFill/>
                </a:ln>
                <a:solidFill>
                  <a:schemeClr val="tx1">
                    <a:alpha val="60000"/>
                  </a:schemeClr>
                </a:solidFill>
                <a:effectLst/>
              </a:rPr>
              <a:t>Project Novelty:</a:t>
            </a:r>
          </a:p>
          <a:p>
            <a:pPr marL="57150" marR="0" lvl="0" indent="-228600" fontAlgn="base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>
                    <a:alpha val="60000"/>
                  </a:schemeClr>
                </a:solidFill>
                <a:effectLst/>
              </a:rPr>
              <a:t>Parking spaces are inferred without manual labels.</a:t>
            </a:r>
          </a:p>
          <a:p>
            <a:pPr marL="57150" marR="0" lvl="0" indent="-228600" fontAlgn="base">
              <a:lnSpc>
                <a:spcPct val="10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600" dirty="0">
                <a:solidFill>
                  <a:schemeClr val="tx1">
                    <a:alpha val="60000"/>
                  </a:schemeClr>
                </a:solidFill>
              </a:rPr>
              <a:t>The system c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>
                    <a:alpha val="60000"/>
                  </a:schemeClr>
                </a:solidFill>
                <a:effectLst/>
              </a:rPr>
              <a:t>ombining vehicle detection, removal, and ROI(Region Of Interest) -based on the logic of parking rules.</a:t>
            </a:r>
          </a:p>
        </p:txBody>
      </p:sp>
      <p:sp>
        <p:nvSpPr>
          <p:cNvPr id="113" name="Freeform: Shape 112">
            <a:extLst>
              <a:ext uri="{FF2B5EF4-FFF2-40B4-BE49-F238E27FC236}">
                <a16:creationId xmlns:a16="http://schemas.microsoft.com/office/drawing/2014/main" id="{3E6AA126-9DDC-4FBE-AEE6-8D0E982B0E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2295" y="6121100"/>
            <a:ext cx="1080000" cy="736900"/>
          </a:xfrm>
          <a:custGeom>
            <a:avLst/>
            <a:gdLst>
              <a:gd name="connsiteX0" fmla="*/ 540000 w 1080000"/>
              <a:gd name="connsiteY0" fmla="*/ 0 h 736900"/>
              <a:gd name="connsiteX1" fmla="*/ 1080000 w 1080000"/>
              <a:gd name="connsiteY1" fmla="*/ 540000 h 736900"/>
              <a:gd name="connsiteX2" fmla="*/ 1069029 w 1080000"/>
              <a:gd name="connsiteY2" fmla="*/ 648829 h 736900"/>
              <a:gd name="connsiteX3" fmla="*/ 1041691 w 1080000"/>
              <a:gd name="connsiteY3" fmla="*/ 736900 h 736900"/>
              <a:gd name="connsiteX4" fmla="*/ 38310 w 1080000"/>
              <a:gd name="connsiteY4" fmla="*/ 736900 h 736900"/>
              <a:gd name="connsiteX5" fmla="*/ 10971 w 1080000"/>
              <a:gd name="connsiteY5" fmla="*/ 648829 h 736900"/>
              <a:gd name="connsiteX6" fmla="*/ 0 w 1080000"/>
              <a:gd name="connsiteY6" fmla="*/ 540000 h 736900"/>
              <a:gd name="connsiteX7" fmla="*/ 540000 w 1080000"/>
              <a:gd name="connsiteY7" fmla="*/ 0 h 736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0000" h="736900">
                <a:moveTo>
                  <a:pt x="540000" y="0"/>
                </a:moveTo>
                <a:cubicBezTo>
                  <a:pt x="838234" y="0"/>
                  <a:pt x="1080000" y="241766"/>
                  <a:pt x="1080000" y="540000"/>
                </a:cubicBezTo>
                <a:cubicBezTo>
                  <a:pt x="1080000" y="577280"/>
                  <a:pt x="1076223" y="613676"/>
                  <a:pt x="1069029" y="648829"/>
                </a:cubicBezTo>
                <a:lnTo>
                  <a:pt x="1041691" y="736900"/>
                </a:lnTo>
                <a:lnTo>
                  <a:pt x="38310" y="736900"/>
                </a:lnTo>
                <a:lnTo>
                  <a:pt x="10971" y="648829"/>
                </a:lnTo>
                <a:cubicBezTo>
                  <a:pt x="3778" y="613676"/>
                  <a:pt x="0" y="577280"/>
                  <a:pt x="0" y="540000"/>
                </a:cubicBezTo>
                <a:cubicBezTo>
                  <a:pt x="0" y="241766"/>
                  <a:pt x="241766" y="0"/>
                  <a:pt x="540000" y="0"/>
                </a:cubicBezTo>
                <a:close/>
              </a:path>
            </a:pathLst>
          </a:cu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76200" dir="1926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045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roup 71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83" name="Freeform: Shape 7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84" name="Oval 7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5" name="Oval 7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6" name="Freeform: Shape 7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 useBgFill="1">
        <p:nvSpPr>
          <p:cNvPr id="87" name="Rectangle 77">
            <a:extLst>
              <a:ext uri="{FF2B5EF4-FFF2-40B4-BE49-F238E27FC236}">
                <a16:creationId xmlns:a16="http://schemas.microsoft.com/office/drawing/2014/main" id="{60B7752B-728D-4CA3-8923-C4F7F77029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72343A-9CB0-F2AD-EF62-5DEE3E97F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7308850" cy="986400"/>
          </a:xfrm>
        </p:spPr>
        <p:txBody>
          <a:bodyPr vert="horz" wrap="square" lIns="0" tIns="0" rIns="0" bIns="0" rtlCol="0" anchor="ctr" anchorCtr="0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4800"/>
              <a:t>Previous Work</a:t>
            </a:r>
          </a:p>
        </p:txBody>
      </p:sp>
      <p:sp>
        <p:nvSpPr>
          <p:cNvPr id="88" name="Rectangle 79">
            <a:extLst>
              <a:ext uri="{FF2B5EF4-FFF2-40B4-BE49-F238E27FC236}">
                <a16:creationId xmlns:a16="http://schemas.microsoft.com/office/drawing/2014/main" id="{88392DC7-0988-443B-A0D0-E726C7DB62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83435"/>
            <a:ext cx="12192000" cy="4774564"/>
          </a:xfrm>
          <a:prstGeom prst="rect">
            <a:avLst/>
          </a:prstGeom>
          <a:solidFill>
            <a:schemeClr val="bg2">
              <a:lumMod val="10000"/>
              <a:lumOff val="9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מציין מיקום תוכן 4">
            <a:extLst>
              <a:ext uri="{FF2B5EF4-FFF2-40B4-BE49-F238E27FC236}">
                <a16:creationId xmlns:a16="http://schemas.microsoft.com/office/drawing/2014/main" id="{F3DB39CE-8DFB-1B50-A4E5-A471AB3D88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2496037"/>
              </p:ext>
            </p:extLst>
          </p:nvPr>
        </p:nvGraphicFramePr>
        <p:xfrm>
          <a:off x="550861" y="2216966"/>
          <a:ext cx="11090277" cy="2925644"/>
        </p:xfrm>
        <a:graphic>
          <a:graphicData uri="http://schemas.openxmlformats.org/drawingml/2006/table">
            <a:tbl>
              <a:tblPr/>
              <a:tblGrid>
                <a:gridCol w="3117100">
                  <a:extLst>
                    <a:ext uri="{9D8B030D-6E8A-4147-A177-3AD203B41FA5}">
                      <a16:colId xmlns:a16="http://schemas.microsoft.com/office/drawing/2014/main" val="3663297249"/>
                    </a:ext>
                  </a:extLst>
                </a:gridCol>
                <a:gridCol w="2236494">
                  <a:extLst>
                    <a:ext uri="{9D8B030D-6E8A-4147-A177-3AD203B41FA5}">
                      <a16:colId xmlns:a16="http://schemas.microsoft.com/office/drawing/2014/main" val="1763729723"/>
                    </a:ext>
                  </a:extLst>
                </a:gridCol>
                <a:gridCol w="2511787">
                  <a:extLst>
                    <a:ext uri="{9D8B030D-6E8A-4147-A177-3AD203B41FA5}">
                      <a16:colId xmlns:a16="http://schemas.microsoft.com/office/drawing/2014/main" val="1421940747"/>
                    </a:ext>
                  </a:extLst>
                </a:gridCol>
                <a:gridCol w="3224896">
                  <a:extLst>
                    <a:ext uri="{9D8B030D-6E8A-4147-A177-3AD203B41FA5}">
                      <a16:colId xmlns:a16="http://schemas.microsoft.com/office/drawing/2014/main" val="1653060855"/>
                    </a:ext>
                  </a:extLst>
                </a:gridCol>
              </a:tblGrid>
              <a:tr h="4806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u="sng" dirty="0"/>
                        <a:t>Paper</a:t>
                      </a:r>
                    </a:p>
                  </a:txBody>
                  <a:tcPr marL="108119" marR="108119" marT="54060" marB="540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u="sng"/>
                        <a:t>Task</a:t>
                      </a:r>
                    </a:p>
                  </a:txBody>
                  <a:tcPr marL="108119" marR="108119" marT="54060" marB="540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u="sng"/>
                        <a:t>Method</a:t>
                      </a:r>
                    </a:p>
                  </a:txBody>
                  <a:tcPr marL="108119" marR="108119" marT="54060" marB="540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u="sng"/>
                        <a:t>Relation to Our Project</a:t>
                      </a:r>
                    </a:p>
                  </a:txBody>
                  <a:tcPr marL="108119" marR="108119" marT="54060" marB="540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1870526"/>
                  </a:ext>
                </a:extLst>
              </a:tr>
              <a:tr h="8149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Parking Slot Detection (2021)</a:t>
                      </a:r>
                    </a:p>
                  </a:txBody>
                  <a:tcPr marL="108119" marR="108119" marT="54060" marB="540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Parking slot detection</a:t>
                      </a:r>
                    </a:p>
                  </a:txBody>
                  <a:tcPr marL="108119" marR="108119" marT="54060" marB="540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CNN with labeled slots</a:t>
                      </a:r>
                    </a:p>
                  </a:txBody>
                  <a:tcPr marL="108119" marR="108119" marT="54060" marB="540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Requires expensive annotations</a:t>
                      </a:r>
                    </a:p>
                  </a:txBody>
                  <a:tcPr marL="108119" marR="108119" marT="54060" marB="540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7459081"/>
                  </a:ext>
                </a:extLst>
              </a:tr>
              <a:tr h="8149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Object Removal via Inpainting (2022)</a:t>
                      </a:r>
                    </a:p>
                  </a:txBody>
                  <a:tcPr marL="108119" marR="108119" marT="54060" marB="540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Object removal</a:t>
                      </a:r>
                    </a:p>
                  </a:txBody>
                  <a:tcPr marL="108119" marR="108119" marT="54060" marB="540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Diffusion-based inpainting</a:t>
                      </a:r>
                    </a:p>
                  </a:txBody>
                  <a:tcPr marL="108119" marR="108119" marT="54060" marB="540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Inspiration for Stage 3</a:t>
                      </a:r>
                    </a:p>
                  </a:txBody>
                  <a:tcPr marL="108119" marR="108119" marT="54060" marB="540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4361512"/>
                  </a:ext>
                </a:extLst>
              </a:tr>
              <a:tr h="8149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Urban Scene Understanding (2020)</a:t>
                      </a:r>
                    </a:p>
                  </a:txBody>
                  <a:tcPr marL="108119" marR="108119" marT="54060" marB="540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Scene parsing</a:t>
                      </a:r>
                    </a:p>
                  </a:txBody>
                  <a:tcPr marL="108119" marR="108119" marT="54060" marB="540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Semantic segmentation</a:t>
                      </a:r>
                    </a:p>
                  </a:txBody>
                  <a:tcPr marL="108119" marR="108119" marT="54060" marB="540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/>
                        <a:t>Not focused on parking availability</a:t>
                      </a:r>
                    </a:p>
                  </a:txBody>
                  <a:tcPr marL="108119" marR="108119" marT="54060" marB="540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4288922"/>
                  </a:ext>
                </a:extLst>
              </a:tr>
            </a:tbl>
          </a:graphicData>
        </a:graphic>
      </p:graphicFrame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D10C1B76-204E-95DC-0F57-99CD38307C14}"/>
              </a:ext>
            </a:extLst>
          </p:cNvPr>
          <p:cNvSpPr txBox="1"/>
          <p:nvPr/>
        </p:nvSpPr>
        <p:spPr>
          <a:xfrm>
            <a:off x="550861" y="5599899"/>
            <a:ext cx="95682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u="sng" dirty="0"/>
              <a:t>Key Gap Identified:</a:t>
            </a:r>
            <a:br>
              <a:rPr lang="en-US" dirty="0"/>
            </a:br>
            <a:r>
              <a:rPr lang="en-US" dirty="0"/>
              <a:t>Existing methods depend on explicit annotations or static assumptions.</a:t>
            </a:r>
            <a:br>
              <a:rPr lang="en-US" dirty="0"/>
            </a:br>
            <a:r>
              <a:rPr lang="en-US" dirty="0"/>
              <a:t>Our approach targets </a:t>
            </a:r>
            <a:r>
              <a:rPr lang="en-US" b="1" dirty="0"/>
              <a:t>curbside parking detection under real driving conditions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52841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roup 76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93" name="Freeform: Shape 77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4" name="Oval 78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5" name="Oval 79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6" name="Freeform: Shape 80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 useBgFill="1">
        <p:nvSpPr>
          <p:cNvPr id="97" name="Rectangle 82">
            <a:extLst>
              <a:ext uri="{FF2B5EF4-FFF2-40B4-BE49-F238E27FC236}">
                <a16:creationId xmlns:a16="http://schemas.microsoft.com/office/drawing/2014/main" id="{A5931BE0-4B93-4D6C-878E-ACC59D6B4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030A76-B788-B363-104E-266B7C7F7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470" y="76759"/>
            <a:ext cx="6681148" cy="746009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Baseline Solution and Results</a:t>
            </a:r>
          </a:p>
        </p:txBody>
      </p:sp>
      <p:grpSp>
        <p:nvGrpSpPr>
          <p:cNvPr id="98" name="Group 84">
            <a:extLst>
              <a:ext uri="{FF2B5EF4-FFF2-40B4-BE49-F238E27FC236}">
                <a16:creationId xmlns:a16="http://schemas.microsoft.com/office/drawing/2014/main" id="{183B29DA-9BB8-4BA8-B8E1-8C2B544078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22156" y="4143453"/>
            <a:ext cx="734257" cy="760506"/>
            <a:chOff x="5243759" y="1363788"/>
            <a:chExt cx="734257" cy="760506"/>
          </a:xfrm>
        </p:grpSpPr>
        <p:sp>
          <p:nvSpPr>
            <p:cNvPr id="99" name="Freeform 5">
              <a:extLst>
                <a:ext uri="{FF2B5EF4-FFF2-40B4-BE49-F238E27FC236}">
                  <a16:creationId xmlns:a16="http://schemas.microsoft.com/office/drawing/2014/main" id="{D02496F8-166D-469A-8040-08608013BF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0" name="Freeform 6">
              <a:extLst>
                <a:ext uri="{FF2B5EF4-FFF2-40B4-BE49-F238E27FC236}">
                  <a16:creationId xmlns:a16="http://schemas.microsoft.com/office/drawing/2014/main" id="{23E648A7-A02A-4DC7-9FEC-489F1BA6F7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1" name="Freeform 8">
              <a:extLst>
                <a:ext uri="{FF2B5EF4-FFF2-40B4-BE49-F238E27FC236}">
                  <a16:creationId xmlns:a16="http://schemas.microsoft.com/office/drawing/2014/main" id="{4EF573B1-38BC-4C7B-894C-BE3864A04A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02" name="Oval 89">
            <a:extLst>
              <a:ext uri="{FF2B5EF4-FFF2-40B4-BE49-F238E27FC236}">
                <a16:creationId xmlns:a16="http://schemas.microsoft.com/office/drawing/2014/main" id="{647A77D8-817B-4A9F-86AA-FE781E813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8780" y="505900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5" name="מציין מיקום תוכן 3">
            <a:extLst>
              <a:ext uri="{FF2B5EF4-FFF2-40B4-BE49-F238E27FC236}">
                <a16:creationId xmlns:a16="http://schemas.microsoft.com/office/drawing/2014/main" id="{D4AED470-C103-6451-3AF4-2F3A7852D6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11042429"/>
              </p:ext>
            </p:extLst>
          </p:nvPr>
        </p:nvGraphicFramePr>
        <p:xfrm>
          <a:off x="530627" y="864446"/>
          <a:ext cx="8623312" cy="30010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1" name="מציין מיקום תוכן 10">
            <a:extLst>
              <a:ext uri="{FF2B5EF4-FFF2-40B4-BE49-F238E27FC236}">
                <a16:creationId xmlns:a16="http://schemas.microsoft.com/office/drawing/2014/main" id="{D3D98BE2-EC40-B414-F47D-39DB7FB129E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786241307"/>
              </p:ext>
            </p:extLst>
          </p:nvPr>
        </p:nvGraphicFramePr>
        <p:xfrm>
          <a:off x="172470" y="3235717"/>
          <a:ext cx="5435600" cy="41736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977908E2-7D43-5354-3820-DEACEB2B6135}"/>
              </a:ext>
            </a:extLst>
          </p:cNvPr>
          <p:cNvSpPr txBox="1">
            <a:spLocks/>
          </p:cNvSpPr>
          <p:nvPr/>
        </p:nvSpPr>
        <p:spPr>
          <a:xfrm>
            <a:off x="172708" y="449763"/>
            <a:ext cx="6681148" cy="1015206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2800" u="sng" dirty="0"/>
              <a:t>Pipeline Overview</a:t>
            </a:r>
            <a:r>
              <a:rPr lang="he-IL" sz="2800" u="sng" dirty="0"/>
              <a:t>:</a:t>
            </a:r>
            <a:endParaRPr lang="en-US" sz="2800" u="sng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075E764-1A8E-3E62-4416-032774E11D15}"/>
              </a:ext>
            </a:extLst>
          </p:cNvPr>
          <p:cNvSpPr txBox="1">
            <a:spLocks/>
          </p:cNvSpPr>
          <p:nvPr/>
        </p:nvSpPr>
        <p:spPr>
          <a:xfrm>
            <a:off x="121420" y="2921397"/>
            <a:ext cx="6681148" cy="1015206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2800" u="sng" dirty="0"/>
              <a:t>Qualitative Results</a:t>
            </a:r>
            <a:r>
              <a:rPr lang="he-IL" sz="2800" u="sng" dirty="0"/>
              <a:t>:</a:t>
            </a:r>
            <a:endParaRPr lang="en-US" sz="2800" u="sng" dirty="0"/>
          </a:p>
        </p:txBody>
      </p:sp>
      <p:pic>
        <p:nvPicPr>
          <p:cNvPr id="15" name="תמונה 14" descr="תמונה שמכילה רכב, מכונית, רכב יבשה, כביש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5D1CFC92-701B-E271-A9BE-8CF8649BA7D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33535" r="27715" b="-1"/>
          <a:stretch>
            <a:fillRect/>
          </a:stretch>
        </p:blipFill>
        <p:spPr>
          <a:xfrm>
            <a:off x="8080513" y="2780192"/>
            <a:ext cx="4036527" cy="4036527"/>
          </a:xfrm>
          <a:custGeom>
            <a:avLst/>
            <a:gdLst/>
            <a:ahLst/>
            <a:cxnLst/>
            <a:rect l="l" t="t" r="r" b="b"/>
            <a:pathLst>
              <a:path w="5132388" h="5132388">
                <a:moveTo>
                  <a:pt x="2566194" y="0"/>
                </a:moveTo>
                <a:cubicBezTo>
                  <a:pt x="3983464" y="0"/>
                  <a:pt x="5132388" y="1148924"/>
                  <a:pt x="5132388" y="2566194"/>
                </a:cubicBezTo>
                <a:cubicBezTo>
                  <a:pt x="5132388" y="3983464"/>
                  <a:pt x="3983464" y="5132388"/>
                  <a:pt x="2566194" y="5132388"/>
                </a:cubicBezTo>
                <a:cubicBezTo>
                  <a:pt x="1148924" y="5132388"/>
                  <a:pt x="0" y="3983464"/>
                  <a:pt x="0" y="2566194"/>
                </a:cubicBezTo>
                <a:cubicBezTo>
                  <a:pt x="0" y="1148924"/>
                  <a:pt x="1148924" y="0"/>
                  <a:pt x="2566194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18667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Freeform: Shape 91">
            <a:extLst>
              <a:ext uri="{FF2B5EF4-FFF2-40B4-BE49-F238E27FC236}">
                <a16:creationId xmlns:a16="http://schemas.microsoft.com/office/drawing/2014/main" id="{82184FF4-7029-4ED7-813A-192E6060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12445" y="481888"/>
            <a:ext cx="1080000" cy="1262947"/>
          </a:xfrm>
          <a:custGeom>
            <a:avLst/>
            <a:gdLst/>
            <a:ahLst/>
            <a:cxnLst/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AAA7AB09-557C-41AD-9113-FF9F68FA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EF99ECAA-1F11-4937-BBA6-51935AB4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79DE9FAB-6BBA-4CFE-B67D-77B47F01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 useBgFill="1">
        <p:nvSpPr>
          <p:cNvPr id="104" name="Rectangle 103">
            <a:extLst>
              <a:ext uri="{FF2B5EF4-FFF2-40B4-BE49-F238E27FC236}">
                <a16:creationId xmlns:a16="http://schemas.microsoft.com/office/drawing/2014/main" id="{1DB043B4-68C6-45B9-82AC-A5800EAD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28A00A08-E4E6-4184-B484-E0E034072A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1171" y="1388266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0780E404-3121-4F33-AF2D-65F659A977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7675" y="288981"/>
            <a:ext cx="1262947" cy="1335600"/>
            <a:chOff x="2678417" y="2427951"/>
            <a:chExt cx="1262947" cy="1335600"/>
          </a:xfrm>
        </p:grpSpPr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2339341D-8322-49F1-91DA-6D115CCAE7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2769891" y="2336477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7EB9DB0E-3B0E-411A-9274-448D565CA4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>
              <a:off x="2784291" y="26835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4" name="כותרת 13">
            <a:extLst>
              <a:ext uri="{FF2B5EF4-FFF2-40B4-BE49-F238E27FC236}">
                <a16:creationId xmlns:a16="http://schemas.microsoft.com/office/drawing/2014/main" id="{D391D377-344A-58D8-9DAF-B8840D62C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549275"/>
            <a:ext cx="3565524" cy="3034657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en-US" altLang="en-US" sz="3400" b="1" dirty="0"/>
              <a:t>Project Plan</a:t>
            </a:r>
            <a:br>
              <a:rPr lang="en-US" altLang="en-US" sz="3400" b="1" dirty="0"/>
            </a:br>
            <a:r>
              <a:rPr lang="en-US" altLang="en-US" sz="3400" b="1" dirty="0"/>
              <a:t>Next Steps and Timeline</a:t>
            </a:r>
            <a:br>
              <a:rPr lang="en-US" altLang="en-US" sz="3400" b="1" dirty="0"/>
            </a:br>
            <a:br>
              <a:rPr lang="en-US" altLang="en-US" sz="3400" dirty="0"/>
            </a:br>
            <a:endParaRPr lang="en-US" sz="3400" dirty="0"/>
          </a:p>
        </p:txBody>
      </p: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4B158E9A-DBF4-4AA7-B6B7-8C8EB2FBDD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125249" y="5435090"/>
            <a:ext cx="762805" cy="734873"/>
            <a:chOff x="7950336" y="1300590"/>
            <a:chExt cx="762805" cy="734873"/>
          </a:xfrm>
        </p:grpSpPr>
        <p:sp>
          <p:nvSpPr>
            <p:cNvPr id="113" name="Freeform 5">
              <a:extLst>
                <a:ext uri="{FF2B5EF4-FFF2-40B4-BE49-F238E27FC236}">
                  <a16:creationId xmlns:a16="http://schemas.microsoft.com/office/drawing/2014/main" id="{6150ACFD-AEC6-42A3-A5A7-E7AD6B13E0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3600000">
              <a:off x="8220298" y="1428832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60000"/>
                  </a:schemeClr>
                </a:gs>
                <a:gs pos="100000">
                  <a:schemeClr val="accent1">
                    <a:lumMod val="60000"/>
                    <a:lumOff val="40000"/>
                    <a:alpha val="6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4" name="Freeform 6">
              <a:extLst>
                <a:ext uri="{FF2B5EF4-FFF2-40B4-BE49-F238E27FC236}">
                  <a16:creationId xmlns:a16="http://schemas.microsoft.com/office/drawing/2014/main" id="{DB4D1217-FEB1-4D2A-80F4-C227B66D72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3600000">
              <a:off x="8066503" y="1339815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60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5" name="Freeform 8">
              <a:extLst>
                <a:ext uri="{FF2B5EF4-FFF2-40B4-BE49-F238E27FC236}">
                  <a16:creationId xmlns:a16="http://schemas.microsoft.com/office/drawing/2014/main" id="{0BCA7138-22BA-4785-8B3D-9D45213E8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3600000">
              <a:off x="8217173" y="1608753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60000"/>
                  </a:schemeClr>
                </a:gs>
                <a:gs pos="100000">
                  <a:schemeClr val="accent1">
                    <a:lumMod val="60000"/>
                    <a:lumOff val="40000"/>
                    <a:alpha val="6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508000">
                <a:schemeClr val="bg2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graphicFrame>
        <p:nvGraphicFramePr>
          <p:cNvPr id="19" name="מציין מיקום תוכן 18">
            <a:extLst>
              <a:ext uri="{FF2B5EF4-FFF2-40B4-BE49-F238E27FC236}">
                <a16:creationId xmlns:a16="http://schemas.microsoft.com/office/drawing/2014/main" id="{9794D5F5-55E7-F11C-8401-ECC1A18EF4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2117451"/>
              </p:ext>
            </p:extLst>
          </p:nvPr>
        </p:nvGraphicFramePr>
        <p:xfrm>
          <a:off x="4269359" y="1005068"/>
          <a:ext cx="7345364" cy="570801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882277">
                  <a:extLst>
                    <a:ext uri="{9D8B030D-6E8A-4147-A177-3AD203B41FA5}">
                      <a16:colId xmlns:a16="http://schemas.microsoft.com/office/drawing/2014/main" val="2019891169"/>
                    </a:ext>
                  </a:extLst>
                </a:gridCol>
                <a:gridCol w="1442856">
                  <a:extLst>
                    <a:ext uri="{9D8B030D-6E8A-4147-A177-3AD203B41FA5}">
                      <a16:colId xmlns:a16="http://schemas.microsoft.com/office/drawing/2014/main" val="1080183845"/>
                    </a:ext>
                  </a:extLst>
                </a:gridCol>
                <a:gridCol w="3020231">
                  <a:extLst>
                    <a:ext uri="{9D8B030D-6E8A-4147-A177-3AD203B41FA5}">
                      <a16:colId xmlns:a16="http://schemas.microsoft.com/office/drawing/2014/main" val="2896816359"/>
                    </a:ext>
                  </a:extLst>
                </a:gridCol>
              </a:tblGrid>
              <a:tr h="5907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i="1" u="sng" cap="none" spc="0">
                          <a:solidFill>
                            <a:schemeClr val="tx1"/>
                          </a:solidFill>
                        </a:rPr>
                        <a:t>Task</a:t>
                      </a:r>
                    </a:p>
                  </a:txBody>
                  <a:tcPr marL="104950" marR="74964" marT="81036" marB="14992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i="1" u="sng" cap="none" spc="0" dirty="0">
                          <a:solidFill>
                            <a:schemeClr val="tx1"/>
                          </a:solidFill>
                        </a:rPr>
                        <a:t>Due Date</a:t>
                      </a:r>
                    </a:p>
                  </a:txBody>
                  <a:tcPr marL="104950" marR="74964" marT="81036" marB="14992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i="1" u="sng" cap="none" spc="0" dirty="0">
                          <a:solidFill>
                            <a:schemeClr val="tx1"/>
                          </a:solidFill>
                        </a:rPr>
                        <a:t>Expected Outcome</a:t>
                      </a:r>
                    </a:p>
                  </a:txBody>
                  <a:tcPr marL="104950" marR="74964" marT="81036" marB="14992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9360914"/>
                  </a:ext>
                </a:extLst>
              </a:tr>
              <a:tr h="8906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Model Transition to YOLO11</a:t>
                      </a:r>
                    </a:p>
                  </a:txBody>
                  <a:tcPr marL="104950" marR="74964" marT="81036" marB="14992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Week </a:t>
                      </a:r>
                      <a:r>
                        <a:rPr lang="he-IL" sz="2000" cap="none" spc="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20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04950" marR="74964" marT="81036" marB="14992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Improved accuracy and SOTA real-time performance.</a:t>
                      </a:r>
                    </a:p>
                  </a:txBody>
                  <a:tcPr marL="104950" marR="74964" marT="81036" marB="14992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1611601"/>
                  </a:ext>
                </a:extLst>
              </a:tr>
              <a:tr h="5907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Integrated Augmentation Layer</a:t>
                      </a:r>
                    </a:p>
                  </a:txBody>
                  <a:tcPr marL="104950" marR="74964" marT="81036" marB="14992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Week 1</a:t>
                      </a:r>
                      <a:r>
                        <a:rPr lang="he-IL" sz="2000" cap="none" spc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20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04950" marR="74964" marT="81036" marB="14992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Overcoming Inpainting artifacts and domain sensitivity.</a:t>
                      </a:r>
                    </a:p>
                  </a:txBody>
                  <a:tcPr marL="104950" marR="74964" marT="81036" marB="14992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8513579"/>
                  </a:ext>
                </a:extLst>
              </a:tr>
              <a:tr h="8906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Local Field Validation</a:t>
                      </a:r>
                    </a:p>
                  </a:txBody>
                  <a:tcPr marL="104950" marR="74964" marT="81036" marB="14992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Week 1</a:t>
                      </a:r>
                      <a:r>
                        <a:rPr lang="he-IL" sz="2000" cap="none" spc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20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04950" marR="74964" marT="81036" marB="14992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Testing model robustness on various Israeli urban scenes.</a:t>
                      </a:r>
                    </a:p>
                  </a:txBody>
                  <a:tcPr marL="104950" marR="74964" marT="81036" marB="14992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6579497"/>
                  </a:ext>
                </a:extLst>
              </a:tr>
              <a:tr h="5907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Comprehensive Metrics Analysis</a:t>
                      </a:r>
                    </a:p>
                  </a:txBody>
                  <a:tcPr marL="104950" marR="74964" marT="81036" marB="14992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Week 12</a:t>
                      </a:r>
                    </a:p>
                  </a:txBody>
                  <a:tcPr marL="104950" marR="74964" marT="81036" marB="14992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Finalizing </a:t>
                      </a:r>
                      <a:r>
                        <a:rPr lang="en-US" sz="2000" cap="none" spc="0" dirty="0" err="1">
                          <a:solidFill>
                            <a:schemeClr val="tx1"/>
                          </a:solidFill>
                        </a:rPr>
                        <a:t>IoU</a:t>
                      </a:r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2000" cap="none" spc="0" dirty="0" err="1">
                          <a:solidFill>
                            <a:schemeClr val="tx1"/>
                          </a:solidFill>
                        </a:rPr>
                        <a:t>mAP</a:t>
                      </a:r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 and Latency benchmarks.</a:t>
                      </a:r>
                    </a:p>
                  </a:txBody>
                  <a:tcPr marL="104950" marR="74964" marT="81036" marB="14992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1443813"/>
                  </a:ext>
                </a:extLst>
              </a:tr>
              <a:tr h="5907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Final presentation</a:t>
                      </a:r>
                    </a:p>
                  </a:txBody>
                  <a:tcPr marL="104950" marR="74964" marT="81036" marB="14992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Week 13</a:t>
                      </a:r>
                    </a:p>
                  </a:txBody>
                  <a:tcPr marL="104950" marR="74964" marT="81036" marB="14992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Full end-to-end demo and project analysis.</a:t>
                      </a:r>
                    </a:p>
                  </a:txBody>
                  <a:tcPr marL="104950" marR="74964" marT="81036" marB="14992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36689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7630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82184FF4-7029-4ED7-813A-192E6060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12445" y="481888"/>
            <a:ext cx="1080000" cy="1262947"/>
          </a:xfrm>
          <a:custGeom>
            <a:avLst/>
            <a:gdLst/>
            <a:ahLst/>
            <a:cxnLst/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AAA7AB09-557C-41AD-9113-FF9F68FA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EF99ECAA-1F11-4937-BBA6-51935AB4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79DE9FAB-6BBA-4CFE-B67D-77B47F01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1DB043B4-68C6-45B9-82AC-A5800EAD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תמונה 3" descr="תמונה שמכילה צילום מסך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9B4BC3F8-A327-3B3B-3568-5C29EA9013A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589" r="5522" b="-1"/>
          <a:stretch>
            <a:fillRect/>
          </a:stretch>
        </p:blipFill>
        <p:spPr>
          <a:xfrm>
            <a:off x="20" y="1"/>
            <a:ext cx="1219198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AD4EA4DF-0E7C-4098-86F6-7D0ACAEFC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7859713" cy="6857998"/>
          </a:xfrm>
          <a:prstGeom prst="rect">
            <a:avLst/>
          </a:prstGeom>
          <a:gradFill flip="none" rotWithShape="1">
            <a:gsLst>
              <a:gs pos="50000">
                <a:schemeClr val="bg2">
                  <a:alpha val="60000"/>
                </a:schemeClr>
              </a:gs>
              <a:gs pos="0">
                <a:schemeClr val="bg2">
                  <a:alpha val="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4" y="549275"/>
            <a:ext cx="3565524" cy="2887174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U Goodbye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E05BC49-0F00-4C85-9AF5-A0CC5B39C8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90000">
                <a:schemeClr val="bg2">
                  <a:alpha val="60000"/>
                </a:schemeClr>
              </a:gs>
              <a:gs pos="28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748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theme1.xml><?xml version="1.0" encoding="utf-8"?>
<a:theme xmlns:a="http://schemas.openxmlformats.org/drawingml/2006/main" name="3DFloatVTI">
  <a:themeElements>
    <a:clrScheme name="Float">
      <a:dk1>
        <a:sysClr val="windowText" lastClr="000000"/>
      </a:dk1>
      <a:lt1>
        <a:sysClr val="window" lastClr="FFFFFF"/>
      </a:lt1>
      <a:dk2>
        <a:srgbClr val="1B192E"/>
      </a:dk2>
      <a:lt2>
        <a:srgbClr val="EAE5EB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A3A3C1"/>
      </a:accent5>
      <a:accent6>
        <a:srgbClr val="37335B"/>
      </a:accent6>
      <a:hlink>
        <a:srgbClr val="0066FF"/>
      </a:hlink>
      <a:folHlink>
        <a:srgbClr val="666699"/>
      </a:folHlink>
    </a:clrScheme>
    <a:fontScheme name="Float">
      <a:majorFont>
        <a:latin typeface="Walbaum Display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3DFloatVTI" id="{F59BA300-ED19-4B39-9AE3-7882B1DE8B78}" vid="{0FEC63E3-719F-4F50-9F1E-5B8BAF39109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F49CD38-5B57-4682-9FCE-B9174068D0A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F342EE1-43E5-4AFB-895D-B61B9656DC14}">
  <ds:schemaRefs>
    <ds:schemaRef ds:uri="http://purl.org/dc/dcmitype/"/>
    <ds:schemaRef ds:uri="http://schemas.openxmlformats.org/package/2006/metadata/core-properties"/>
    <ds:schemaRef ds:uri="http://schemas.microsoft.com/office/2006/metadata/properties"/>
    <ds:schemaRef ds:uri="230e9df3-be65-4c73-a93b-d1236ebd677e"/>
    <ds:schemaRef ds:uri="http://schemas.microsoft.com/sharepoint/v3"/>
    <ds:schemaRef ds:uri="http://purl.org/dc/terms/"/>
    <ds:schemaRef ds:uri="http://purl.org/dc/elements/1.1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16c05727-aa75-4e4a-9b5f-8a80a1165891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797783A8-901D-4F73-81D7-AA6841BEB3D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{B2F67CCE-FF47-4B57-882A-F08D0936F679}TF7eddf224-c89c-478f-8f2f-bfb086892169e70e2347_win32-b3bdf7c6e0ee</Template>
  <TotalTime>4333</TotalTime>
  <Words>416</Words>
  <Application>Microsoft Office PowerPoint</Application>
  <PresentationFormat>מסך רחב</PresentationFormat>
  <Paragraphs>73</Paragraphs>
  <Slides>6</Slides>
  <Notes>4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5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6</vt:i4>
      </vt:variant>
    </vt:vector>
  </HeadingPairs>
  <TitlesOfParts>
    <vt:vector size="12" baseType="lpstr">
      <vt:lpstr>Arial</vt:lpstr>
      <vt:lpstr>Calibri</vt:lpstr>
      <vt:lpstr>Gill Sans MT</vt:lpstr>
      <vt:lpstr>Walbaum Display</vt:lpstr>
      <vt:lpstr>Wingdings</vt:lpstr>
      <vt:lpstr>3DFloatVTI</vt:lpstr>
      <vt:lpstr>ParkScope  Empty Parking Space Detection</vt:lpstr>
      <vt:lpstr>ParkScope – Interim Project Review</vt:lpstr>
      <vt:lpstr>Previous Work</vt:lpstr>
      <vt:lpstr>Baseline Solution and Results</vt:lpstr>
      <vt:lpstr>Project Plan Next Steps and Timeline  </vt:lpstr>
      <vt:lpstr>Thank U Goodbye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ליאור ינאו</dc:creator>
  <cp:lastModifiedBy>ליאור ינאו</cp:lastModifiedBy>
  <cp:revision>3</cp:revision>
  <dcterms:created xsi:type="dcterms:W3CDTF">2025-12-18T23:12:09Z</dcterms:created>
  <dcterms:modified xsi:type="dcterms:W3CDTF">2026-01-04T21:40:51Z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