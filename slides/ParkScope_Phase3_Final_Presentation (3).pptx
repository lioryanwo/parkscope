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54FB3-6B53-563A-160D-9DF916A22E28}" v="15" dt="2026-01-19T02:12:54.463"/>
    <p1510:client id="{2505DBAE-A245-8BD2-2720-F492C368325C}" v="64" dt="2026-01-19T14:30:34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4E82E954-CACA-4ED5-8C55-D9D573012AD2}" type="datetimeFigureOut">
              <a:t>א'/שבט/תשפ"ו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1E28FE49-EA3D-40D6-BD50-906434A276D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4606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6338" r="633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>
              <a:alpha val="9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48095" y="1517904"/>
            <a:ext cx="5486400" cy="4058107"/>
          </a:xfrm>
          <a:prstGeom prst="roundRect">
            <a:avLst>
              <a:gd name="adj" fmla="val 84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2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2014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7" name="Shape 4"/>
          <p:cNvSpPr/>
          <p:nvPr/>
        </p:nvSpPr>
        <p:spPr>
          <a:xfrm>
            <a:off x="113157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9" name="Shape 6"/>
          <p:cNvSpPr/>
          <p:nvPr/>
        </p:nvSpPr>
        <p:spPr>
          <a:xfrm>
            <a:off x="115443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10" name="Shape 7"/>
          <p:cNvSpPr/>
          <p:nvPr/>
        </p:nvSpPr>
        <p:spPr>
          <a:xfrm>
            <a:off x="11658600" y="632490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8505" y="457200"/>
            <a:ext cx="2905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AND REFINE PROJECT DEFINITION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064715"/>
            <a:ext cx="4048963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ParkScope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102559"/>
            <a:ext cx="443392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GenAI-Enhanced Street Parking Detection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88790"/>
            <a:ext cx="1034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74082"/>
            <a:ext cx="929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Kiril Litvin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403604" y="4774082"/>
            <a:ext cx="234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652321" y="4774082"/>
            <a:ext cx="10341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Lior Yanwo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701138" y="4774082"/>
            <a:ext cx="234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949854" y="4774082"/>
            <a:ext cx="1338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Stas Shubayev</a:t>
            </a:r>
            <a:endParaRPr lang="en-US" sz="13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6562649" y="1875434"/>
            <a:ext cx="171907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886346" y="1860804"/>
            <a:ext cx="10149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886346" y="2156155"/>
            <a:ext cx="42345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Urban detection hindered by data scarcity, specifically the lack of "available" (empty) parking spot samples.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62649" y="2841955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905549" y="2827325"/>
            <a:ext cx="9390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905549" y="3122676"/>
            <a:ext cx="45198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high-precision detection system utilizing YOLO11 for real-time urban monitoring.</a:t>
            </a:r>
            <a:endParaRPr lang="en-US" sz="10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62649" y="3808476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905549" y="3794760"/>
            <a:ext cx="11859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Models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905549" y="4090111"/>
            <a:ext cx="42629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YOLO11n (Nano) for inference &amp; Stable Diffusion for synthetic data generation.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6562649" y="4775911"/>
            <a:ext cx="171907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886346" y="4761281"/>
            <a:ext cx="1452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Metrics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6886346" y="5056632"/>
            <a:ext cx="21387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and mAP@0.5.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6248095"/>
            <a:ext cx="2115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PROJECT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57300"/>
            <a:ext cx="121916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Shape 3"/>
          <p:cNvSpPr/>
          <p:nvPr/>
        </p:nvSpPr>
        <p:spPr>
          <a:xfrm>
            <a:off x="10183673" y="875995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64FFD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90449"/>
            <a:ext cx="1576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19049"/>
            <a:ext cx="42391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Achievements &amp; Novelty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10374782" y="857707"/>
            <a:ext cx="14621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ParkScope //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71854"/>
            <a:ext cx="5447995" cy="5181905"/>
          </a:xfrm>
          <a:prstGeom prst="roundRect">
            <a:avLst>
              <a:gd name="adj" fmla="val 3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1754" y="1886407"/>
            <a:ext cx="38405" cy="30449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1754" y="24195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mAP@0.5: 0.878 Successfully trained a model ensuring high reliability for urban deployment.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1754" y="31053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Inpainting Created a balanced dataset by removing vehicles from real images to solve data scarcity.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1754" y="3791102"/>
            <a:ext cx="4934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F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Precision: 0.911 Achieved class-specific excellence for "Available" spots, critical for user trust.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1754" y="6081674"/>
            <a:ext cx="4819802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5" name="Shape 13"/>
          <p:cNvSpPr/>
          <p:nvPr/>
        </p:nvSpPr>
        <p:spPr>
          <a:xfrm>
            <a:off x="6590995" y="1876349"/>
            <a:ext cx="38405" cy="30449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90995" y="3642970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2844" y="380481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6896405" y="3938321"/>
            <a:ext cx="171907" cy="190195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590995" y="4653382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52844" y="481523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86346" y="4947818"/>
            <a:ext cx="190195" cy="190195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590995" y="5662879"/>
            <a:ext cx="4839005" cy="780898"/>
          </a:xfrm>
          <a:prstGeom prst="roundRect">
            <a:avLst>
              <a:gd name="adj" fmla="val 11424"/>
            </a:avLst>
          </a:prstGeom>
          <a:solidFill>
            <a:srgbClr val="111827">
              <a:alpha val="5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52844" y="58247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86346" y="5958230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61949" y="1886407"/>
            <a:ext cx="22009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Achievements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71754" y="6262726"/>
            <a:ext cx="29864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Status: Ready for Real-World Testing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782105" y="1876349"/>
            <a:ext cx="18772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Novelty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6590995" y="2447849"/>
            <a:ext cx="4620463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a New Solution Approach by integrating a generative data pipeline directly into the training workflow.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7362749" y="3938321"/>
            <a:ext cx="3495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Bridges gap between biased data &amp; real needs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362749" y="4947818"/>
            <a:ext cx="2848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GenAI-driven synthetic augmentation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7362749" y="5958230"/>
            <a:ext cx="2543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training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19595"/>
          </a:xfrm>
          <a:prstGeom prst="rect">
            <a:avLst/>
          </a:prstGeom>
          <a:solidFill>
            <a:srgbClr val="0B112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-13" r="-13"/>
          <a:stretch/>
        </p:blipFill>
        <p:spPr>
          <a:xfrm>
            <a:off x="10439705" y="381305"/>
            <a:ext cx="1371600" cy="12188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381305"/>
            <a:ext cx="638251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66344" y="428854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1113" y="418795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81305" y="685800"/>
            <a:ext cx="36292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Methodology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381305" y="1178662"/>
            <a:ext cx="3981298" cy="2505456"/>
          </a:xfrm>
          <a:prstGeom prst="roundRect">
            <a:avLst>
              <a:gd name="adj" fmla="val 166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0644" y="1721815"/>
            <a:ext cx="35817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7"/>
          <p:cNvSpPr/>
          <p:nvPr/>
        </p:nvSpPr>
        <p:spPr>
          <a:xfrm>
            <a:off x="381305" y="3684118"/>
            <a:ext cx="38405" cy="124815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8"/>
          <p:cNvSpPr/>
          <p:nvPr/>
        </p:nvSpPr>
        <p:spPr>
          <a:xfrm>
            <a:off x="381305" y="4922215"/>
            <a:ext cx="1933956" cy="1009498"/>
          </a:xfrm>
          <a:prstGeom prst="roundRect">
            <a:avLst>
              <a:gd name="adj" fmla="val 68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4749" y="5064862"/>
            <a:ext cx="114300" cy="1143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24989" y="4922215"/>
            <a:ext cx="1933956" cy="1009498"/>
          </a:xfrm>
          <a:prstGeom prst="roundRect">
            <a:avLst>
              <a:gd name="adj" fmla="val 68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48433" y="5064862"/>
            <a:ext cx="114300" cy="11430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580644" y="1420063"/>
            <a:ext cx="190195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7649" y="1407262"/>
            <a:ext cx="15005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5-Stage Pipeline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3912718"/>
            <a:ext cx="1028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FOCUS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4093769"/>
            <a:ext cx="15389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557016" y="3836822"/>
            <a:ext cx="8622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3222346" y="4198925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Total Effort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4617720"/>
            <a:ext cx="3724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Ensured critical class balance between "Occupied" and "Available".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" y="5046574"/>
            <a:ext cx="790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RTX 2080 Ti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504749" y="5236769"/>
            <a:ext cx="12097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Kiril: CUDA 12.1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04749" y="5426964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8, Workers 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04749" y="5618074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Epochs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2738628" y="5046574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RTX 4070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2548433" y="5236769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Lior: CUDA 12.1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2548433" y="5426964"/>
            <a:ext cx="1552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16, Workers 8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2548433" y="5618074"/>
            <a:ext cx="95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Epochs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734763" y="1178662"/>
            <a:ext cx="7077456" cy="5124298"/>
          </a:xfrm>
          <a:prstGeom prst="roundRect">
            <a:avLst>
              <a:gd name="adj" fmla="val 531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 l="1863" r="1863"/>
          <a:stretch/>
        </p:blipFill>
        <p:spPr>
          <a:xfrm>
            <a:off x="4734239" y="892388"/>
            <a:ext cx="7253816" cy="5623677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580644" y="18836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62026" y="1883664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23544" y="1912925"/>
            <a:ext cx="11292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Scarcity ID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80644" y="22265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7395" y="22265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23544" y="2255825"/>
            <a:ext cx="11576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Inpainting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80644" y="25694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46481" y="25694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923544" y="2598725"/>
            <a:ext cx="16056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Data Creation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580644" y="29123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43738" y="2912364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923544" y="2909875"/>
            <a:ext cx="1266867" cy="236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2E8F0"/>
                </a:solidFill>
                <a:latin typeface="Inter"/>
                <a:ea typeface="Inter"/>
                <a:cs typeface="Inter" pitchFamily="34" charset="-120"/>
              </a:rPr>
              <a:t>YOLO11 Fine-Tuning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580644" y="3255264"/>
            <a:ext cx="228600" cy="228600"/>
          </a:xfrm>
          <a:prstGeom prst="roundRect">
            <a:avLst>
              <a:gd name="adj" fmla="val 400000"/>
            </a:avLst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47395" y="325526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923544" y="3284525"/>
            <a:ext cx="14246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27B99A3-B32E-193C-D8B9-1F875725930F}"/>
              </a:ext>
            </a:extLst>
          </p:cNvPr>
          <p:cNvSpPr/>
          <p:nvPr/>
        </p:nvSpPr>
        <p:spPr>
          <a:xfrm>
            <a:off x="0" y="0"/>
            <a:ext cx="12191695" cy="6819595"/>
          </a:xfrm>
          <a:prstGeom prst="rect">
            <a:avLst/>
          </a:prstGeom>
          <a:solidFill>
            <a:srgbClr val="0B1120"/>
          </a:solidFill>
          <a:ln/>
        </p:spPr>
      </p:sp>
      <p:pic>
        <p:nvPicPr>
          <p:cNvPr id="5" name="תמונה 4" descr="תמונה שמכילה צילום מסך, טקסט, קולאז’, תוכנה גרפית&#10;&#10;ייתכן שתוכן בינה מלאכותית גנרטיבית. שגוי.">
            <a:extLst>
              <a:ext uri="{FF2B5EF4-FFF2-40B4-BE49-F238E27FC236}">
                <a16:creationId xmlns:a16="http://schemas.microsoft.com/office/drawing/2014/main" id="{C187B682-3CFC-01B7-8ED0-ADEA1260D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7750"/>
            <a:ext cx="6625167" cy="5767917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בחוץ&#10;&#10;ייתכן שתוכן בינה מלאכותית גנרטיבית. שגוי.">
            <a:extLst>
              <a:ext uri="{FF2B5EF4-FFF2-40B4-BE49-F238E27FC236}">
                <a16:creationId xmlns:a16="http://schemas.microsoft.com/office/drawing/2014/main" id="{26C34624-08B2-150C-5C34-DA19A82E6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166" y="0"/>
            <a:ext cx="5566834" cy="685800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363AF550-89BE-B6E0-DB3A-ECEB0010CBA5}"/>
              </a:ext>
            </a:extLst>
          </p:cNvPr>
          <p:cNvSpPr txBox="1"/>
          <p:nvPr/>
        </p:nvSpPr>
        <p:spPr>
          <a:xfrm>
            <a:off x="772889" y="-44450"/>
            <a:ext cx="4327753" cy="109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Inter"/>
                <a:ea typeface="Inter"/>
              </a:rPr>
              <a:t>Runs</a:t>
            </a:r>
            <a:endParaRPr lang="he-IL" sz="4400"/>
          </a:p>
        </p:txBody>
      </p:sp>
    </p:spTree>
    <p:extLst>
      <p:ext uri="{BB962C8B-B14F-4D97-AF65-F5344CB8AC3E}">
        <p14:creationId xmlns:p14="http://schemas.microsoft.com/office/powerpoint/2010/main" val="1144747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24244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1080940"/>
            <a:ext cx="12191695" cy="143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381305" y="304495"/>
            <a:ext cx="800100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01630" y="800100"/>
            <a:ext cx="152705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66344" y="352044"/>
            <a:ext cx="743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90218" y="371246"/>
            <a:ext cx="743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(I)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638251"/>
            <a:ext cx="58585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Training Performance &amp; Key Metrics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0530230" y="800100"/>
            <a:ext cx="13862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 Evaluation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48095" y="1742846"/>
            <a:ext cx="2743200" cy="1514246"/>
          </a:xfrm>
          <a:prstGeom prst="roundRect">
            <a:avLst>
              <a:gd name="adj" fmla="val 455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39251" y="1943100"/>
            <a:ext cx="152705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48349" y="2590495"/>
            <a:ext cx="23436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0" y="1742846"/>
            <a:ext cx="2743200" cy="1514246"/>
          </a:xfrm>
          <a:prstGeom prst="roundRect">
            <a:avLst>
              <a:gd name="adj" fmla="val 455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11553444" y="1943100"/>
            <a:ext cx="133502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344254" y="2590495"/>
            <a:ext cx="23436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1"/>
          <p:cNvSpPr/>
          <p:nvPr/>
        </p:nvSpPr>
        <p:spPr>
          <a:xfrm>
            <a:off x="6248095" y="3409798"/>
            <a:ext cx="5639105" cy="1762049"/>
          </a:xfrm>
          <a:prstGeom prst="roundRect">
            <a:avLst>
              <a:gd name="adj" fmla="val 336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86754" y="3877056"/>
            <a:ext cx="5162702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4000" r="-4000"/>
          <a:stretch/>
        </p:blipFill>
        <p:spPr>
          <a:xfrm>
            <a:off x="6486754" y="3666744"/>
            <a:ext cx="123444" cy="1143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87007" y="3648456"/>
            <a:ext cx="762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6629400" y="1447495"/>
            <a:ext cx="6620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METRICS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6448349" y="1943100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MAP@0.5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2104949"/>
            <a:ext cx="1181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0.878</a:t>
            </a:r>
            <a:endParaRPr lang="en-US" sz="2700" dirty="0"/>
          </a:p>
        </p:txBody>
      </p:sp>
      <p:sp>
        <p:nvSpPr>
          <p:cNvPr id="23" name="Text 17"/>
          <p:cNvSpPr txBox="1"/>
          <p:nvPr/>
        </p:nvSpPr>
        <p:spPr>
          <a:xfrm>
            <a:off x="6448349" y="2676449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reliability suitable for urban deployment.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344254" y="1943100"/>
            <a:ext cx="1276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"AVAILABLE" CLASS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344254" y="2104949"/>
            <a:ext cx="11055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0.911</a:t>
            </a:r>
            <a:endParaRPr lang="en-US" sz="2700" dirty="0"/>
          </a:p>
        </p:txBody>
      </p:sp>
      <p:sp>
        <p:nvSpPr>
          <p:cNvPr id="26" name="Text 20"/>
          <p:cNvSpPr txBox="1"/>
          <p:nvPr/>
        </p:nvSpPr>
        <p:spPr>
          <a:xfrm>
            <a:off x="10261397" y="2343607"/>
            <a:ext cx="571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mAP@0.5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9344254" y="2676449"/>
            <a:ext cx="22677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metric for user trust in the app.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657746" y="4086454"/>
            <a:ext cx="9674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Convergence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657746" y="4304995"/>
            <a:ext cx="3353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drop in box &amp; classification loss over 100 epochs.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04495" y="1438351"/>
            <a:ext cx="5639105" cy="2905049"/>
          </a:xfrm>
          <a:prstGeom prst="roundRect">
            <a:avLst>
              <a:gd name="adj" fmla="val 123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8" r="8"/>
          <a:stretch/>
        </p:blipFill>
        <p:spPr>
          <a:xfrm>
            <a:off x="390449" y="1524305"/>
            <a:ext cx="5467198" cy="273405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304495" y="4496105"/>
            <a:ext cx="5639105" cy="1723644"/>
          </a:xfrm>
          <a:prstGeom prst="roundRect">
            <a:avLst>
              <a:gd name="adj" fmla="val 351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279" r="279"/>
          <a:stretch/>
        </p:blipFill>
        <p:spPr>
          <a:xfrm>
            <a:off x="314554" y="4505249"/>
            <a:ext cx="5619902" cy="17053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444421" y="4700930"/>
            <a:ext cx="4567766" cy="23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Stabilization Metrics peak and stabilize around Epoch 50.</a:t>
            </a:r>
            <a:endParaRPr lang="en-US" sz="12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6344" y="1528877"/>
            <a:ext cx="114300" cy="1143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82287" y="1300615"/>
            <a:ext cx="18772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Training Logs (100 Epochs)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314554" y="5886907"/>
            <a:ext cx="3124505" cy="314554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28854" y="5953658"/>
            <a:ext cx="152705" cy="15270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57454" y="5962802"/>
            <a:ext cx="27724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Detection Example (Inference)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" y="752551"/>
            <a:ext cx="1158270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224028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33272" y="224028"/>
            <a:ext cx="19248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&amp; RELIABILITY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04495" y="414223"/>
            <a:ext cx="637702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Results (II): Confusions &amp; Threshold Behavior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658600" y="45262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8" name="Shape 6"/>
          <p:cNvSpPr/>
          <p:nvPr/>
        </p:nvSpPr>
        <p:spPr>
          <a:xfrm>
            <a:off x="11811305" y="45262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4B5563"/>
          </a:solidFill>
          <a:ln/>
        </p:spPr>
      </p:sp>
      <p:sp>
        <p:nvSpPr>
          <p:cNvPr id="9" name="Shape 7"/>
          <p:cNvSpPr/>
          <p:nvPr/>
        </p:nvSpPr>
        <p:spPr>
          <a:xfrm>
            <a:off x="304495" y="990295"/>
            <a:ext cx="2276856" cy="4429354"/>
          </a:xfrm>
          <a:prstGeom prst="roundRect">
            <a:avLst>
              <a:gd name="adj" fmla="val 2016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504749" y="1797710"/>
            <a:ext cx="171907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4749" y="2150669"/>
            <a:ext cx="14054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Available Spots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04749" y="2435962"/>
            <a:ext cx="8814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04749" y="2817266"/>
            <a:ext cx="1495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Positive Rate (76/85)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4749" y="3274466"/>
            <a:ext cx="1876349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504749" y="3436315"/>
            <a:ext cx="286207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04749" y="3788359"/>
            <a:ext cx="14438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Occupied Spots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04749" y="4074566"/>
            <a:ext cx="8622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79%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504749" y="4454957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Positive Rate (41/52)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04495" y="5567782"/>
            <a:ext cx="2276856" cy="990295"/>
          </a:xfrm>
          <a:prstGeom prst="roundRect">
            <a:avLst>
              <a:gd name="adj" fmla="val 10654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466344" y="5767121"/>
            <a:ext cx="114300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4944" y="5729630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694944" y="5919826"/>
            <a:ext cx="1781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metrics confirm model robustness across varied confidence thresholds.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804465" y="990295"/>
            <a:ext cx="4466844" cy="3629254"/>
          </a:xfrm>
          <a:prstGeom prst="roundRect">
            <a:avLst>
              <a:gd name="adj" fmla="val 52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112" r="112"/>
          <a:stretch/>
        </p:blipFill>
        <p:spPr>
          <a:xfrm>
            <a:off x="2927909" y="1114654"/>
            <a:ext cx="4219956" cy="317205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183380" y="4330598"/>
            <a:ext cx="1800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(Raw Counts)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422185" y="990295"/>
            <a:ext cx="4466844" cy="3629254"/>
          </a:xfrm>
          <a:prstGeom prst="roundRect">
            <a:avLst>
              <a:gd name="adj" fmla="val 52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112" r="112"/>
          <a:stretch/>
        </p:blipFill>
        <p:spPr>
          <a:xfrm>
            <a:off x="7545629" y="1114654"/>
            <a:ext cx="4219956" cy="317205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814816" y="4330598"/>
            <a:ext cx="1772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 (Normalized)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2804465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l="2246" r="2246"/>
          <a:stretch/>
        </p:blipFill>
        <p:spPr>
          <a:xfrm>
            <a:off x="2889504" y="4853635"/>
            <a:ext cx="2018995" cy="14100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428086" y="6305702"/>
            <a:ext cx="10287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 vs Confidence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5103266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 l="2246" r="2246"/>
          <a:stretch/>
        </p:blipFill>
        <p:spPr>
          <a:xfrm>
            <a:off x="5189220" y="4853635"/>
            <a:ext cx="2018995" cy="14100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532120" y="6305702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vs Confidence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7402982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l="2246" r="2246"/>
          <a:stretch/>
        </p:blipFill>
        <p:spPr>
          <a:xfrm>
            <a:off x="7488022" y="4853635"/>
            <a:ext cx="2018995" cy="14100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919618" y="6305702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vs Confidence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9701784" y="4768596"/>
            <a:ext cx="2190902" cy="1790395"/>
          </a:xfrm>
          <a:prstGeom prst="roundRect">
            <a:avLst>
              <a:gd name="adj" fmla="val 2173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 l="2246" r="2246"/>
          <a:stretch/>
        </p:blipFill>
        <p:spPr>
          <a:xfrm>
            <a:off x="9787738" y="4853635"/>
            <a:ext cx="2018995" cy="141000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0165385" y="6305702"/>
            <a:ext cx="13533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Precision-Recall (mAP)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57300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476402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476402"/>
            <a:ext cx="1267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THOUGHTS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94944"/>
            <a:ext cx="2095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647749"/>
            <a:ext cx="11277295" cy="1419149"/>
          </a:xfrm>
          <a:prstGeom prst="roundRect">
            <a:avLst>
              <a:gd name="adj" fmla="val 51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4205" y="1886407"/>
            <a:ext cx="609905" cy="609905"/>
          </a:xfrm>
          <a:prstGeom prst="roundRect">
            <a:avLst>
              <a:gd name="adj" fmla="val 1874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929030" y="2076602"/>
            <a:ext cx="200254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61795" y="1886407"/>
            <a:ext cx="20199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Outcome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561795" y="2305202"/>
            <a:ext cx="964417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successfully met its goals by delivering a robust, real-time detection model capable of identifying parking availability with high precision.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290926"/>
            <a:ext cx="11277295" cy="1419149"/>
          </a:xfrm>
          <a:prstGeom prst="roundRect">
            <a:avLst>
              <a:gd name="adj" fmla="val 518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4205" y="3528670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4C1D95">
              <a:alpha val="30000"/>
            </a:srgbClr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942746" y="3719779"/>
            <a:ext cx="171907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61795" y="3528670"/>
            <a:ext cx="14200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Lesson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1561795" y="3948379"/>
            <a:ext cx="98252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GenAI-driven data augmentation is a powerful tool for overcoming class imbalance in computer vision tasks where real-world data collection is difficult.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4934102"/>
            <a:ext cx="11277295" cy="1333195"/>
          </a:xfrm>
          <a:prstGeom prst="roundRect">
            <a:avLst>
              <a:gd name="adj" fmla="val 5879"/>
            </a:avLst>
          </a:prstGeom>
          <a:solidFill>
            <a:srgbClr val="112240">
              <a:alpha val="70000"/>
            </a:srgbClr>
          </a:solidFill>
          <a:ln w="12700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4205" y="5171846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064E3B">
              <a:alpha val="30000"/>
            </a:srgbClr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4400" y="5362956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61795" y="5171846"/>
            <a:ext cx="22293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Exploration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1561795" y="5591556"/>
            <a:ext cx="4895698" cy="437998"/>
          </a:xfrm>
          <a:prstGeom prst="roundRect">
            <a:avLst>
              <a:gd name="adj" fmla="val 36307"/>
            </a:avLst>
          </a:prstGeom>
          <a:solidFill>
            <a:srgbClr val="1F2937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86154" y="5734202"/>
            <a:ext cx="152705" cy="152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952244" y="5724144"/>
            <a:ext cx="32250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on edge hardware (Jetson Nano/RPi)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05626" y="5591556"/>
            <a:ext cx="4895698" cy="437998"/>
          </a:xfrm>
          <a:prstGeom prst="roundRect">
            <a:avLst>
              <a:gd name="adj" fmla="val 36307"/>
            </a:avLst>
          </a:prstGeom>
          <a:solidFill>
            <a:srgbClr val="1F2937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729070" y="5734202"/>
            <a:ext cx="171907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15277" y="5724144"/>
            <a:ext cx="25767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dataset (Night-time &amp; Weather)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11544300" y="662025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8B5CF6">
              <a:alpha val="50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11677802" y="6620256"/>
            <a:ext cx="57607" cy="57607"/>
          </a:xfrm>
          <a:prstGeom prst="roundRect">
            <a:avLst>
              <a:gd name="adj" fmla="val 1587307"/>
            </a:avLst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457200" y="6572707"/>
            <a:ext cx="2429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PARKSCOPE PRESENTATION //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מסך רחב</PresentationFormat>
  <Paragraphs>0</Paragraphs>
  <Slides>7</Slides>
  <Notes>6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8" baseType="lpstr"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44</cp:revision>
  <dcterms:created xsi:type="dcterms:W3CDTF">2026-01-19T01:48:00Z</dcterms:created>
  <dcterms:modified xsi:type="dcterms:W3CDTF">2026-01-19T14:54:56Z</dcterms:modified>
</cp:coreProperties>
</file>